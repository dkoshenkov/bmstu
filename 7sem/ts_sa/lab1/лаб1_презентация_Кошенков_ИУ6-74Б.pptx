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9" r:id="rId11"/>
    <p:sldId id="265" r:id="rId12"/>
    <p:sldId id="266" r:id="rId13"/>
    <p:sldId id="267" r:id="rId14"/>
    <p:sldId id="268" r:id="rId15"/>
    <p:sldId id="275" r:id="rId16"/>
    <p:sldId id="270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8E5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357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232" y="3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577118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4.png"/><Relationship Id="rId9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24.png"/><Relationship Id="rId3" Type="http://schemas.openxmlformats.org/officeDocument/2006/relationships/image" Target="../media/image1.png"/><Relationship Id="rId7" Type="http://schemas.openxmlformats.org/officeDocument/2006/relationships/image" Target="../media/image18.png"/><Relationship Id="rId12" Type="http://schemas.openxmlformats.org/officeDocument/2006/relationships/image" Target="../media/image2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11" Type="http://schemas.openxmlformats.org/officeDocument/2006/relationships/image" Target="../media/image22.png"/><Relationship Id="rId5" Type="http://schemas.openxmlformats.org/officeDocument/2006/relationships/image" Target="../media/image16.png"/><Relationship Id="rId10" Type="http://schemas.openxmlformats.org/officeDocument/2006/relationships/image" Target="../media/image21.png"/><Relationship Id="rId4" Type="http://schemas.openxmlformats.org/officeDocument/2006/relationships/image" Target="../media/image4.png"/><Relationship Id="rId9" Type="http://schemas.openxmlformats.org/officeDocument/2006/relationships/image" Target="../media/image20.png"/><Relationship Id="rId14" Type="http://schemas.openxmlformats.org/officeDocument/2006/relationships/image" Target="../media/image2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13" Type="http://schemas.openxmlformats.org/officeDocument/2006/relationships/image" Target="../media/image34.png"/><Relationship Id="rId3" Type="http://schemas.openxmlformats.org/officeDocument/2006/relationships/image" Target="../media/image1.png"/><Relationship Id="rId7" Type="http://schemas.openxmlformats.org/officeDocument/2006/relationships/image" Target="../media/image28.png"/><Relationship Id="rId12" Type="http://schemas.openxmlformats.org/officeDocument/2006/relationships/image" Target="../media/image3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11" Type="http://schemas.openxmlformats.org/officeDocument/2006/relationships/image" Target="../media/image32.png"/><Relationship Id="rId5" Type="http://schemas.openxmlformats.org/officeDocument/2006/relationships/image" Target="../media/image26.png"/><Relationship Id="rId10" Type="http://schemas.openxmlformats.org/officeDocument/2006/relationships/image" Target="../media/image31.png"/><Relationship Id="rId4" Type="http://schemas.openxmlformats.org/officeDocument/2006/relationships/image" Target="../media/image4.png"/><Relationship Id="rId9" Type="http://schemas.openxmlformats.org/officeDocument/2006/relationships/image" Target="../media/image30.png"/><Relationship Id="rId14" Type="http://schemas.openxmlformats.org/officeDocument/2006/relationships/image" Target="../media/image3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1.png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13" Type="http://schemas.openxmlformats.org/officeDocument/2006/relationships/image" Target="../media/image49.png"/><Relationship Id="rId3" Type="http://schemas.openxmlformats.org/officeDocument/2006/relationships/image" Target="../media/image1.png"/><Relationship Id="rId7" Type="http://schemas.openxmlformats.org/officeDocument/2006/relationships/image" Target="../media/image43.png"/><Relationship Id="rId12" Type="http://schemas.openxmlformats.org/officeDocument/2006/relationships/image" Target="../media/image4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2.png"/><Relationship Id="rId11" Type="http://schemas.openxmlformats.org/officeDocument/2006/relationships/image" Target="../media/image47.png"/><Relationship Id="rId5" Type="http://schemas.openxmlformats.org/officeDocument/2006/relationships/image" Target="../media/image41.png"/><Relationship Id="rId10" Type="http://schemas.openxmlformats.org/officeDocument/2006/relationships/image" Target="../media/image46.png"/><Relationship Id="rId4" Type="http://schemas.openxmlformats.org/officeDocument/2006/relationships/image" Target="../media/image40.png"/><Relationship Id="rId9" Type="http://schemas.openxmlformats.org/officeDocument/2006/relationships/image" Target="../media/image4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0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13" Type="http://schemas.openxmlformats.org/officeDocument/2006/relationships/image" Target="../media/image59.png"/><Relationship Id="rId18" Type="http://schemas.openxmlformats.org/officeDocument/2006/relationships/image" Target="../media/image64.png"/><Relationship Id="rId3" Type="http://schemas.openxmlformats.org/officeDocument/2006/relationships/image" Target="../media/image1.png"/><Relationship Id="rId7" Type="http://schemas.openxmlformats.org/officeDocument/2006/relationships/image" Target="../media/image53.png"/><Relationship Id="rId12" Type="http://schemas.openxmlformats.org/officeDocument/2006/relationships/image" Target="../media/image58.png"/><Relationship Id="rId17" Type="http://schemas.openxmlformats.org/officeDocument/2006/relationships/image" Target="../media/image63.png"/><Relationship Id="rId2" Type="http://schemas.openxmlformats.org/officeDocument/2006/relationships/notesSlide" Target="../notesSlides/notesSlide11.xml"/><Relationship Id="rId16" Type="http://schemas.openxmlformats.org/officeDocument/2006/relationships/image" Target="../media/image6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2.png"/><Relationship Id="rId11" Type="http://schemas.openxmlformats.org/officeDocument/2006/relationships/image" Target="../media/image57.png"/><Relationship Id="rId5" Type="http://schemas.openxmlformats.org/officeDocument/2006/relationships/image" Target="../media/image51.png"/><Relationship Id="rId15" Type="http://schemas.openxmlformats.org/officeDocument/2006/relationships/image" Target="../media/image61.png"/><Relationship Id="rId10" Type="http://schemas.openxmlformats.org/officeDocument/2006/relationships/image" Target="../media/image56.png"/><Relationship Id="rId19" Type="http://schemas.openxmlformats.org/officeDocument/2006/relationships/image" Target="../media/image65.png"/><Relationship Id="rId4" Type="http://schemas.openxmlformats.org/officeDocument/2006/relationships/image" Target="../media/image4.png"/><Relationship Id="rId9" Type="http://schemas.openxmlformats.org/officeDocument/2006/relationships/image" Target="../media/image55.png"/><Relationship Id="rId14" Type="http://schemas.openxmlformats.org/officeDocument/2006/relationships/image" Target="../media/image60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png"/><Relationship Id="rId13" Type="http://schemas.openxmlformats.org/officeDocument/2006/relationships/image" Target="../media/image74.png"/><Relationship Id="rId3" Type="http://schemas.openxmlformats.org/officeDocument/2006/relationships/image" Target="../media/image1.png"/><Relationship Id="rId7" Type="http://schemas.openxmlformats.org/officeDocument/2006/relationships/image" Target="../media/image68.png"/><Relationship Id="rId12" Type="http://schemas.openxmlformats.org/officeDocument/2006/relationships/image" Target="../media/image73.png"/><Relationship Id="rId2" Type="http://schemas.openxmlformats.org/officeDocument/2006/relationships/notesSlide" Target="../notesSlides/notesSlide12.xml"/><Relationship Id="rId16" Type="http://schemas.openxmlformats.org/officeDocument/2006/relationships/image" Target="../media/image7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7.png"/><Relationship Id="rId11" Type="http://schemas.openxmlformats.org/officeDocument/2006/relationships/image" Target="../media/image72.png"/><Relationship Id="rId5" Type="http://schemas.openxmlformats.org/officeDocument/2006/relationships/image" Target="../media/image66.png"/><Relationship Id="rId15" Type="http://schemas.openxmlformats.org/officeDocument/2006/relationships/image" Target="../media/image76.png"/><Relationship Id="rId10" Type="http://schemas.openxmlformats.org/officeDocument/2006/relationships/image" Target="../media/image71.png"/><Relationship Id="rId4" Type="http://schemas.openxmlformats.org/officeDocument/2006/relationships/image" Target="../media/image4.png"/><Relationship Id="rId9" Type="http://schemas.openxmlformats.org/officeDocument/2006/relationships/image" Target="../media/image70.png"/><Relationship Id="rId14" Type="http://schemas.openxmlformats.org/officeDocument/2006/relationships/image" Target="../media/image75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.png"/><Relationship Id="rId13" Type="http://schemas.openxmlformats.org/officeDocument/2006/relationships/image" Target="../media/image86.png"/><Relationship Id="rId18" Type="http://schemas.openxmlformats.org/officeDocument/2006/relationships/image" Target="../media/image91.png"/><Relationship Id="rId3" Type="http://schemas.openxmlformats.org/officeDocument/2006/relationships/image" Target="../media/image1.png"/><Relationship Id="rId7" Type="http://schemas.openxmlformats.org/officeDocument/2006/relationships/image" Target="../media/image80.png"/><Relationship Id="rId12" Type="http://schemas.openxmlformats.org/officeDocument/2006/relationships/image" Target="../media/image85.png"/><Relationship Id="rId17" Type="http://schemas.openxmlformats.org/officeDocument/2006/relationships/image" Target="../media/image90.png"/><Relationship Id="rId2" Type="http://schemas.openxmlformats.org/officeDocument/2006/relationships/notesSlide" Target="../notesSlides/notesSlide13.xml"/><Relationship Id="rId16" Type="http://schemas.openxmlformats.org/officeDocument/2006/relationships/image" Target="../media/image8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9.png"/><Relationship Id="rId11" Type="http://schemas.openxmlformats.org/officeDocument/2006/relationships/image" Target="../media/image84.png"/><Relationship Id="rId5" Type="http://schemas.openxmlformats.org/officeDocument/2006/relationships/image" Target="../media/image78.png"/><Relationship Id="rId15" Type="http://schemas.openxmlformats.org/officeDocument/2006/relationships/image" Target="../media/image88.png"/><Relationship Id="rId10" Type="http://schemas.openxmlformats.org/officeDocument/2006/relationships/image" Target="../media/image83.png"/><Relationship Id="rId4" Type="http://schemas.openxmlformats.org/officeDocument/2006/relationships/image" Target="../media/image4.png"/><Relationship Id="rId9" Type="http://schemas.openxmlformats.org/officeDocument/2006/relationships/image" Target="../media/image82.png"/><Relationship Id="rId14" Type="http://schemas.openxmlformats.org/officeDocument/2006/relationships/image" Target="../media/image8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2.png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6.png"/><Relationship Id="rId3" Type="http://schemas.openxmlformats.org/officeDocument/2006/relationships/image" Target="../media/image1.png"/><Relationship Id="rId7" Type="http://schemas.openxmlformats.org/officeDocument/2006/relationships/image" Target="../media/image95.png"/><Relationship Id="rId12" Type="http://schemas.openxmlformats.org/officeDocument/2006/relationships/image" Target="../media/image10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4.png"/><Relationship Id="rId11" Type="http://schemas.openxmlformats.org/officeDocument/2006/relationships/image" Target="../media/image99.png"/><Relationship Id="rId5" Type="http://schemas.openxmlformats.org/officeDocument/2006/relationships/image" Target="../media/image93.png"/><Relationship Id="rId10" Type="http://schemas.openxmlformats.org/officeDocument/2006/relationships/image" Target="../media/image98.png"/><Relationship Id="rId4" Type="http://schemas.openxmlformats.org/officeDocument/2006/relationships/image" Target="../media/image4.png"/><Relationship Id="rId9" Type="http://schemas.openxmlformats.org/officeDocument/2006/relationships/image" Target="../media/image9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38800" y="4171950"/>
            <a:ext cx="914400" cy="381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781800"/>
            <a:ext cx="12192000" cy="76200"/>
          </a:xfrm>
          <a:prstGeom prst="rect">
            <a:avLst/>
          </a:prstGeom>
        </p:spPr>
      </p:pic>
      <p:sp>
        <p:nvSpPr>
          <p:cNvPr id="8" name="Text 0"/>
          <p:cNvSpPr/>
          <p:nvPr/>
        </p:nvSpPr>
        <p:spPr>
          <a:xfrm>
            <a:off x="609600" y="2305050"/>
            <a:ext cx="10972800" cy="4616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3600"/>
              </a:lnSpc>
              <a:buNone/>
            </a:pPr>
            <a:r>
              <a:rPr lang="en-US" sz="3158" b="1" kern="0" spc="-72" dirty="0">
                <a:solidFill>
                  <a:srgbClr val="0A2A4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Система «</a:t>
            </a:r>
            <a:r>
              <a:rPr lang="en-US" sz="3158" b="1" kern="0" spc="-72" dirty="0" err="1">
                <a:solidFill>
                  <a:srgbClr val="0A2A4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Маркетплейс</a:t>
            </a:r>
            <a:r>
              <a:rPr lang="en-US" sz="3158" b="1" kern="0" spc="-72" dirty="0">
                <a:solidFill>
                  <a:srgbClr val="0A2A4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»</a:t>
            </a:r>
            <a:endParaRPr lang="en-US" sz="3158" dirty="0"/>
          </a:p>
        </p:txBody>
      </p:sp>
      <p:sp>
        <p:nvSpPr>
          <p:cNvPr id="9" name="Text 1"/>
          <p:cNvSpPr/>
          <p:nvPr/>
        </p:nvSpPr>
        <p:spPr>
          <a:xfrm>
            <a:off x="60960" y="3371850"/>
            <a:ext cx="120700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040" b="1" dirty="0">
                <a:solidFill>
                  <a:srgbClr val="0A2A4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Системный анализ. Лабораторная работа №1</a:t>
            </a:r>
            <a:endParaRPr lang="en-US" sz="2040" dirty="0"/>
          </a:p>
        </p:txBody>
      </p:sp>
      <p:sp>
        <p:nvSpPr>
          <p:cNvPr id="10" name="Text 2"/>
          <p:cNvSpPr/>
          <p:nvPr/>
        </p:nvSpPr>
        <p:spPr>
          <a:xfrm>
            <a:off x="60960" y="4667250"/>
            <a:ext cx="1207008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80" b="1" dirty="0" err="1">
                <a:solidFill>
                  <a:srgbClr val="2F2F2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Выполнил</a:t>
            </a:r>
            <a:r>
              <a:rPr lang="en-US" sz="1380" b="1" dirty="0">
                <a:solidFill>
                  <a:srgbClr val="2F2F2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:</a:t>
            </a:r>
            <a:r>
              <a:rPr lang="ru-RU" sz="1380" b="1" dirty="0">
                <a:solidFill>
                  <a:srgbClr val="2F2F2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Кошенков Дмитрий</a:t>
            </a:r>
            <a:endParaRPr lang="en-US" sz="1380" dirty="0"/>
          </a:p>
        </p:txBody>
      </p:sp>
      <p:sp>
        <p:nvSpPr>
          <p:cNvPr id="11" name="Text 3"/>
          <p:cNvSpPr/>
          <p:nvPr/>
        </p:nvSpPr>
        <p:spPr>
          <a:xfrm>
            <a:off x="60960" y="5010150"/>
            <a:ext cx="1207008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80" b="1" dirty="0" err="1">
                <a:solidFill>
                  <a:srgbClr val="2F2F2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Группа</a:t>
            </a:r>
            <a:r>
              <a:rPr lang="en-US" sz="1380" b="1" dirty="0">
                <a:solidFill>
                  <a:srgbClr val="2F2F2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:</a:t>
            </a:r>
            <a:r>
              <a:rPr lang="ru-RU" sz="1380" b="1" dirty="0">
                <a:solidFill>
                  <a:srgbClr val="2F2F2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ИУ6-74Б</a:t>
            </a:r>
            <a:endParaRPr lang="en-US" sz="1380" dirty="0"/>
          </a:p>
        </p:txBody>
      </p:sp>
      <p:sp>
        <p:nvSpPr>
          <p:cNvPr id="12" name="Text 4"/>
          <p:cNvSpPr/>
          <p:nvPr/>
        </p:nvSpPr>
        <p:spPr>
          <a:xfrm>
            <a:off x="60960" y="5353050"/>
            <a:ext cx="1207008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endParaRPr lang="en-US" sz="1380" dirty="0"/>
          </a:p>
        </p:txBody>
      </p:sp>
      <p:sp>
        <p:nvSpPr>
          <p:cNvPr id="13" name="Text 5"/>
          <p:cNvSpPr/>
          <p:nvPr/>
        </p:nvSpPr>
        <p:spPr>
          <a:xfrm>
            <a:off x="11668125" y="6486525"/>
            <a:ext cx="8382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575"/>
              </a:lnSpc>
              <a:buNone/>
            </a:pPr>
            <a:r>
              <a:rPr lang="en-US" sz="980" b="1" dirty="0">
                <a:solidFill>
                  <a:srgbClr val="2F2F2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</a:t>
            </a:r>
            <a:endParaRPr lang="en-US" sz="980" dirty="0"/>
          </a:p>
        </p:txBody>
      </p:sp>
      <p:sp>
        <p:nvSpPr>
          <p:cNvPr id="14" name="Text 6"/>
          <p:cNvSpPr/>
          <p:nvPr/>
        </p:nvSpPr>
        <p:spPr>
          <a:xfrm>
            <a:off x="11744325" y="6486525"/>
            <a:ext cx="28289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575"/>
              </a:lnSpc>
              <a:buNone/>
            </a:pPr>
            <a:r>
              <a:rPr lang="en-US" sz="980" dirty="0">
                <a:solidFill>
                  <a:srgbClr val="2F2F2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/ 16</a:t>
            </a:r>
            <a:endParaRPr lang="en-US" sz="98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762000"/>
            <a:ext cx="914400" cy="381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1066800"/>
            <a:ext cx="228600" cy="2286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24600" y="1066800"/>
            <a:ext cx="228600" cy="228600"/>
          </a:xfrm>
          <a:prstGeom prst="rect">
            <a:avLst/>
          </a:prstGeom>
        </p:spPr>
      </p:pic>
      <p:sp>
        <p:nvSpPr>
          <p:cNvPr id="24" name="Text 0"/>
          <p:cNvSpPr/>
          <p:nvPr/>
        </p:nvSpPr>
        <p:spPr>
          <a:xfrm>
            <a:off x="457200" y="304800"/>
            <a:ext cx="1240536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3000"/>
              </a:lnSpc>
              <a:buNone/>
            </a:pPr>
            <a:r>
              <a:rPr lang="en-US" sz="2426" b="1" dirty="0">
                <a:solidFill>
                  <a:srgbClr val="0A2A4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Свойства системы</a:t>
            </a:r>
            <a:endParaRPr lang="en-US" sz="2426" dirty="0"/>
          </a:p>
        </p:txBody>
      </p:sp>
      <p:sp>
        <p:nvSpPr>
          <p:cNvPr id="25" name="Text 1"/>
          <p:cNvSpPr/>
          <p:nvPr/>
        </p:nvSpPr>
        <p:spPr>
          <a:xfrm>
            <a:off x="762000" y="1028700"/>
            <a:ext cx="1643270" cy="285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2400"/>
              </a:lnSpc>
              <a:buNone/>
            </a:pPr>
            <a:r>
              <a:rPr lang="en-US" sz="1646" b="1" dirty="0" err="1">
                <a:solidFill>
                  <a:srgbClr val="0A2A4E"/>
                </a:solidFill>
                <a:ea typeface="Montserrat" pitchFamily="34" charset="-122"/>
                <a:cs typeface="Montserrat" pitchFamily="34" charset="-120"/>
              </a:rPr>
              <a:t>Статические</a:t>
            </a:r>
            <a:endParaRPr lang="en-US" sz="1646" dirty="0"/>
          </a:p>
        </p:txBody>
      </p:sp>
      <p:sp>
        <p:nvSpPr>
          <p:cNvPr id="26" name="Text 2"/>
          <p:cNvSpPr/>
          <p:nvPr/>
        </p:nvSpPr>
        <p:spPr>
          <a:xfrm>
            <a:off x="762000" y="1490938"/>
            <a:ext cx="5280660" cy="45997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800"/>
              </a:lnSpc>
            </a:pPr>
            <a:r>
              <a:rPr lang="en-US" sz="1400" b="1" dirty="0" err="1">
                <a:solidFill>
                  <a:srgbClr val="0A2A4E"/>
                </a:solidFill>
                <a:latin typeface=""/>
                <a:ea typeface="Montserrat" pitchFamily="34" charset="-122"/>
                <a:cs typeface="AL BAYAN PLAIN" pitchFamily="2" charset="-78"/>
              </a:rPr>
              <a:t>Целостность</a:t>
            </a:r>
            <a:br>
              <a:rPr lang="ru-RU" sz="1400" b="1" dirty="0">
                <a:solidFill>
                  <a:srgbClr val="0A2A4E"/>
                </a:solidFill>
                <a:latin typeface=""/>
                <a:ea typeface="Montserrat" pitchFamily="34" charset="-122"/>
                <a:cs typeface="AL BAYAN PLAIN" pitchFamily="2" charset="-78"/>
              </a:rPr>
            </a:br>
            <a:r>
              <a:rPr lang="en-US" sz="1400" dirty="0" err="1">
                <a:solidFill>
                  <a:srgbClr val="2F2F2F"/>
                </a:solidFill>
                <a:latin typeface=""/>
                <a:ea typeface="Lato" pitchFamily="34" charset="-122"/>
                <a:cs typeface="Al Bayan Plain" pitchFamily="2" charset="-78"/>
              </a:rPr>
              <a:t>Система</a:t>
            </a:r>
            <a:r>
              <a:rPr lang="en-US" sz="1400" dirty="0">
                <a:solidFill>
                  <a:srgbClr val="2F2F2F"/>
                </a:solidFill>
                <a:latin typeface=""/>
                <a:ea typeface="Lato" pitchFamily="34" charset="-122"/>
                <a:cs typeface="Al Bayan Plain" pitchFamily="2" charset="-78"/>
              </a:rPr>
              <a:t> </a:t>
            </a:r>
            <a:r>
              <a:rPr lang="en-US" sz="1400" dirty="0" err="1">
                <a:solidFill>
                  <a:srgbClr val="2F2F2F"/>
                </a:solidFill>
                <a:latin typeface=""/>
                <a:ea typeface="Lato" pitchFamily="34" charset="-122"/>
                <a:cs typeface="Al Bayan Plain" pitchFamily="2" charset="-78"/>
              </a:rPr>
              <a:t>представляет</a:t>
            </a:r>
            <a:r>
              <a:rPr lang="en-US" sz="1400" dirty="0">
                <a:solidFill>
                  <a:srgbClr val="2F2F2F"/>
                </a:solidFill>
                <a:latin typeface=""/>
                <a:ea typeface="Lato" pitchFamily="34" charset="-122"/>
                <a:cs typeface="Al Bayan Plain" pitchFamily="2" charset="-78"/>
              </a:rPr>
              <a:t> </a:t>
            </a:r>
            <a:r>
              <a:rPr lang="en-US" sz="1400" dirty="0" err="1">
                <a:solidFill>
                  <a:srgbClr val="2F2F2F"/>
                </a:solidFill>
                <a:latin typeface=""/>
                <a:ea typeface="Lato" pitchFamily="34" charset="-122"/>
                <a:cs typeface="Al Bayan Plain" pitchFamily="2" charset="-78"/>
              </a:rPr>
              <a:t>собой</a:t>
            </a:r>
            <a:r>
              <a:rPr lang="en-US" sz="1400" dirty="0">
                <a:solidFill>
                  <a:srgbClr val="2F2F2F"/>
                </a:solidFill>
                <a:latin typeface=""/>
                <a:ea typeface="Lato" pitchFamily="34" charset="-122"/>
                <a:cs typeface="Al Bayan Plain" pitchFamily="2" charset="-78"/>
              </a:rPr>
              <a:t> </a:t>
            </a:r>
            <a:r>
              <a:rPr lang="en-US" sz="1400" dirty="0" err="1">
                <a:solidFill>
                  <a:srgbClr val="2F2F2F"/>
                </a:solidFill>
                <a:latin typeface=""/>
                <a:ea typeface="Lato" pitchFamily="34" charset="-122"/>
                <a:cs typeface="Al Bayan Plain" pitchFamily="2" charset="-78"/>
              </a:rPr>
              <a:t>единое</a:t>
            </a:r>
            <a:r>
              <a:rPr lang="en-US" sz="1400" dirty="0">
                <a:solidFill>
                  <a:srgbClr val="2F2F2F"/>
                </a:solidFill>
                <a:latin typeface=""/>
                <a:ea typeface="Lato" pitchFamily="34" charset="-122"/>
                <a:cs typeface="Al Bayan Plain" pitchFamily="2" charset="-78"/>
              </a:rPr>
              <a:t> </a:t>
            </a:r>
            <a:r>
              <a:rPr lang="en-US" sz="1400" dirty="0" err="1">
                <a:solidFill>
                  <a:srgbClr val="2F2F2F"/>
                </a:solidFill>
                <a:latin typeface=""/>
                <a:ea typeface="Lato" pitchFamily="34" charset="-122"/>
                <a:cs typeface="Al Bayan Plain" pitchFamily="2" charset="-78"/>
              </a:rPr>
              <a:t>целое</a:t>
            </a:r>
            <a:r>
              <a:rPr lang="en-US" sz="1400" dirty="0">
                <a:solidFill>
                  <a:srgbClr val="2F2F2F"/>
                </a:solidFill>
                <a:latin typeface=""/>
                <a:ea typeface="Lato" pitchFamily="34" charset="-122"/>
                <a:cs typeface="Al Bayan Plain" pitchFamily="2" charset="-78"/>
              </a:rPr>
              <a:t>, </a:t>
            </a:r>
            <a:r>
              <a:rPr lang="en-US" sz="1400" dirty="0" err="1">
                <a:solidFill>
                  <a:srgbClr val="2F2F2F"/>
                </a:solidFill>
                <a:latin typeface=""/>
                <a:ea typeface="Lato" pitchFamily="34" charset="-122"/>
                <a:cs typeface="Al Bayan Plain" pitchFamily="2" charset="-78"/>
              </a:rPr>
              <a:t>где</a:t>
            </a:r>
            <a:r>
              <a:rPr lang="en-US" sz="1400" dirty="0">
                <a:solidFill>
                  <a:srgbClr val="2F2F2F"/>
                </a:solidFill>
                <a:latin typeface=""/>
                <a:ea typeface="Lato" pitchFamily="34" charset="-122"/>
                <a:cs typeface="Al Bayan Plain" pitchFamily="2" charset="-78"/>
              </a:rPr>
              <a:t> </a:t>
            </a:r>
            <a:r>
              <a:rPr lang="en-US" sz="1400" dirty="0" err="1">
                <a:solidFill>
                  <a:srgbClr val="2F2F2F"/>
                </a:solidFill>
                <a:latin typeface=""/>
                <a:ea typeface="Lato" pitchFamily="34" charset="-122"/>
                <a:cs typeface="Al Bayan Plain" pitchFamily="2" charset="-78"/>
              </a:rPr>
              <a:t>все</a:t>
            </a:r>
            <a:r>
              <a:rPr lang="en-US" sz="1400" dirty="0">
                <a:solidFill>
                  <a:srgbClr val="2F2F2F"/>
                </a:solidFill>
                <a:latin typeface=""/>
                <a:ea typeface="Lato" pitchFamily="34" charset="-122"/>
                <a:cs typeface="Al Bayan Plain" pitchFamily="2" charset="-78"/>
              </a:rPr>
              <a:t> </a:t>
            </a:r>
            <a:r>
              <a:rPr lang="en-US" sz="1400" dirty="0" err="1">
                <a:solidFill>
                  <a:srgbClr val="2F2F2F"/>
                </a:solidFill>
                <a:latin typeface=""/>
                <a:ea typeface="Lato" pitchFamily="34" charset="-122"/>
                <a:cs typeface="Al Bayan Plain" pitchFamily="2" charset="-78"/>
              </a:rPr>
              <a:t>компоненты</a:t>
            </a:r>
            <a:r>
              <a:rPr lang="en-US" sz="1400" dirty="0">
                <a:solidFill>
                  <a:srgbClr val="2F2F2F"/>
                </a:solidFill>
                <a:latin typeface=""/>
                <a:ea typeface="Lato" pitchFamily="34" charset="-122"/>
                <a:cs typeface="Al Bayan Plain" pitchFamily="2" charset="-78"/>
              </a:rPr>
              <a:t> </a:t>
            </a:r>
            <a:r>
              <a:rPr lang="en-US" sz="1400" dirty="0" err="1">
                <a:solidFill>
                  <a:srgbClr val="2F2F2F"/>
                </a:solidFill>
                <a:latin typeface=""/>
                <a:ea typeface="Lato" pitchFamily="34" charset="-122"/>
                <a:cs typeface="Al Bayan Plain" pitchFamily="2" charset="-78"/>
              </a:rPr>
              <a:t>взаимосвязаны</a:t>
            </a:r>
            <a:r>
              <a:rPr lang="en-US" sz="1400" dirty="0">
                <a:solidFill>
                  <a:srgbClr val="2F2F2F"/>
                </a:solidFill>
                <a:latin typeface=""/>
                <a:ea typeface="Lato" pitchFamily="34" charset="-122"/>
                <a:cs typeface="Al Bayan Plain" pitchFamily="2" charset="-78"/>
              </a:rPr>
              <a:t> </a:t>
            </a:r>
            <a:r>
              <a:rPr lang="en-US" sz="1400" dirty="0" err="1">
                <a:solidFill>
                  <a:srgbClr val="2F2F2F"/>
                </a:solidFill>
                <a:latin typeface=""/>
                <a:ea typeface="Lato" pitchFamily="34" charset="-122"/>
                <a:cs typeface="Al Bayan Plain" pitchFamily="2" charset="-78"/>
              </a:rPr>
              <a:t>и</a:t>
            </a:r>
            <a:r>
              <a:rPr lang="en-US" sz="1400" dirty="0">
                <a:solidFill>
                  <a:srgbClr val="2F2F2F"/>
                </a:solidFill>
                <a:latin typeface=""/>
                <a:ea typeface="Lato" pitchFamily="34" charset="-122"/>
                <a:cs typeface="Al Bayan Plain" pitchFamily="2" charset="-78"/>
              </a:rPr>
              <a:t> </a:t>
            </a:r>
            <a:r>
              <a:rPr lang="en-US" sz="1400" dirty="0" err="1">
                <a:solidFill>
                  <a:srgbClr val="2F2F2F"/>
                </a:solidFill>
                <a:latin typeface=""/>
                <a:ea typeface="Lato" pitchFamily="34" charset="-122"/>
                <a:cs typeface="Al Bayan Plain" pitchFamily="2" charset="-78"/>
              </a:rPr>
              <a:t>работают</a:t>
            </a:r>
            <a:r>
              <a:rPr lang="en-US" sz="1400" dirty="0">
                <a:solidFill>
                  <a:srgbClr val="2F2F2F"/>
                </a:solidFill>
                <a:latin typeface=""/>
                <a:ea typeface="Lato" pitchFamily="34" charset="-122"/>
                <a:cs typeface="Al Bayan Plain" pitchFamily="2" charset="-78"/>
              </a:rPr>
              <a:t> </a:t>
            </a:r>
            <a:r>
              <a:rPr lang="en-US" sz="1400" dirty="0" err="1">
                <a:solidFill>
                  <a:srgbClr val="2F2F2F"/>
                </a:solidFill>
                <a:latin typeface=""/>
                <a:ea typeface="Lato" pitchFamily="34" charset="-122"/>
                <a:cs typeface="Al Bayan Plain" pitchFamily="2" charset="-78"/>
              </a:rPr>
              <a:t>на</a:t>
            </a:r>
            <a:r>
              <a:rPr lang="en-US" sz="1400" dirty="0">
                <a:solidFill>
                  <a:srgbClr val="2F2F2F"/>
                </a:solidFill>
                <a:latin typeface=""/>
                <a:ea typeface="Lato" pitchFamily="34" charset="-122"/>
                <a:cs typeface="Al Bayan Plain" pitchFamily="2" charset="-78"/>
              </a:rPr>
              <a:t> </a:t>
            </a:r>
            <a:r>
              <a:rPr lang="en-US" sz="1400" dirty="0" err="1">
                <a:solidFill>
                  <a:srgbClr val="2F2F2F"/>
                </a:solidFill>
                <a:latin typeface=""/>
                <a:ea typeface="Lato" pitchFamily="34" charset="-122"/>
                <a:cs typeface="Al Bayan Plain" pitchFamily="2" charset="-78"/>
              </a:rPr>
              <a:t>достижение</a:t>
            </a:r>
            <a:r>
              <a:rPr lang="en-US" sz="1400" dirty="0">
                <a:solidFill>
                  <a:srgbClr val="2F2F2F"/>
                </a:solidFill>
                <a:latin typeface=""/>
                <a:ea typeface="Lato" pitchFamily="34" charset="-122"/>
                <a:cs typeface="Al Bayan Plain" pitchFamily="2" charset="-78"/>
              </a:rPr>
              <a:t> </a:t>
            </a:r>
            <a:r>
              <a:rPr lang="en-US" sz="1400" dirty="0" err="1">
                <a:solidFill>
                  <a:srgbClr val="2F2F2F"/>
                </a:solidFill>
                <a:latin typeface=""/>
                <a:ea typeface="Lato" pitchFamily="34" charset="-122"/>
                <a:cs typeface="Al Bayan Plain" pitchFamily="2" charset="-78"/>
              </a:rPr>
              <a:t>общей</a:t>
            </a:r>
            <a:r>
              <a:rPr lang="en-US" sz="1400" dirty="0">
                <a:solidFill>
                  <a:srgbClr val="2F2F2F"/>
                </a:solidFill>
                <a:latin typeface=""/>
                <a:ea typeface="Lato" pitchFamily="34" charset="-122"/>
                <a:cs typeface="Al Bayan Plain" pitchFamily="2" charset="-78"/>
              </a:rPr>
              <a:t> </a:t>
            </a:r>
            <a:r>
              <a:rPr lang="en-US" sz="1400" dirty="0" err="1">
                <a:solidFill>
                  <a:srgbClr val="2F2F2F"/>
                </a:solidFill>
                <a:latin typeface=""/>
                <a:ea typeface="Lato" pitchFamily="34" charset="-122"/>
                <a:cs typeface="Al Bayan Plain" pitchFamily="2" charset="-78"/>
              </a:rPr>
              <a:t>цели</a:t>
            </a:r>
            <a:r>
              <a:rPr lang="en-US" sz="1400" dirty="0">
                <a:solidFill>
                  <a:srgbClr val="2F2F2F"/>
                </a:solidFill>
                <a:latin typeface=""/>
                <a:ea typeface="Lato" pitchFamily="34" charset="-122"/>
                <a:cs typeface="Al Bayan Plain" pitchFamily="2" charset="-78"/>
              </a:rPr>
              <a:t>.</a:t>
            </a:r>
            <a:endParaRPr lang="en-US" sz="1400" dirty="0">
              <a:latin typeface=""/>
              <a:cs typeface="Al Bayan Plain" pitchFamily="2" charset="-78"/>
            </a:endParaRPr>
          </a:p>
          <a:p>
            <a:pPr>
              <a:lnSpc>
                <a:spcPts val="1800"/>
              </a:lnSpc>
            </a:pPr>
            <a:endParaRPr lang="ru-RU" sz="1400" b="1" dirty="0">
              <a:solidFill>
                <a:srgbClr val="0A2A4E"/>
              </a:solidFill>
              <a:latin typeface=""/>
              <a:ea typeface="Montserrat" pitchFamily="34" charset="-122"/>
              <a:cs typeface="AL BAYAN PLAIN" pitchFamily="2" charset="-78"/>
            </a:endParaRPr>
          </a:p>
          <a:p>
            <a:pPr>
              <a:lnSpc>
                <a:spcPts val="1800"/>
              </a:lnSpc>
            </a:pPr>
            <a:r>
              <a:rPr lang="en-US" sz="1400" b="1" dirty="0" err="1">
                <a:solidFill>
                  <a:srgbClr val="0A2A4E"/>
                </a:solidFill>
                <a:latin typeface=""/>
                <a:ea typeface="Montserrat" pitchFamily="34" charset="-122"/>
                <a:cs typeface="AL BAYAN PLAIN" pitchFamily="2" charset="-78"/>
              </a:rPr>
              <a:t>Открытость</a:t>
            </a:r>
            <a:endParaRPr lang="en-US" sz="1400" dirty="0">
              <a:latin typeface=""/>
              <a:cs typeface="Al Bayan Plain" pitchFamily="2" charset="-78"/>
            </a:endParaRPr>
          </a:p>
          <a:p>
            <a:pPr>
              <a:lnSpc>
                <a:spcPts val="1800"/>
              </a:lnSpc>
            </a:pPr>
            <a:r>
              <a:rPr lang="en-US" sz="1400" dirty="0" err="1">
                <a:solidFill>
                  <a:srgbClr val="2F2F2F"/>
                </a:solidFill>
                <a:latin typeface=""/>
                <a:ea typeface="Lato" pitchFamily="34" charset="-122"/>
                <a:cs typeface="Al Bayan Plain" pitchFamily="2" charset="-78"/>
              </a:rPr>
              <a:t>Маркетплейс</a:t>
            </a:r>
            <a:r>
              <a:rPr lang="en-US" sz="1400" dirty="0">
                <a:solidFill>
                  <a:srgbClr val="2F2F2F"/>
                </a:solidFill>
                <a:latin typeface=""/>
                <a:ea typeface="Lato" pitchFamily="34" charset="-122"/>
                <a:cs typeface="Al Bayan Plain" pitchFamily="2" charset="-78"/>
              </a:rPr>
              <a:t> </a:t>
            </a:r>
            <a:r>
              <a:rPr lang="en-US" sz="1400" dirty="0" err="1">
                <a:solidFill>
                  <a:srgbClr val="2F2F2F"/>
                </a:solidFill>
                <a:latin typeface=""/>
                <a:ea typeface="Lato" pitchFamily="34" charset="-122"/>
                <a:cs typeface="Al Bayan Plain" pitchFamily="2" charset="-78"/>
              </a:rPr>
              <a:t>активно</a:t>
            </a:r>
            <a:r>
              <a:rPr lang="en-US" sz="1400" dirty="0">
                <a:solidFill>
                  <a:srgbClr val="2F2F2F"/>
                </a:solidFill>
                <a:latin typeface=""/>
                <a:ea typeface="Lato" pitchFamily="34" charset="-122"/>
                <a:cs typeface="Al Bayan Plain" pitchFamily="2" charset="-78"/>
              </a:rPr>
              <a:t> </a:t>
            </a:r>
            <a:r>
              <a:rPr lang="en-US" sz="1400" dirty="0" err="1">
                <a:solidFill>
                  <a:srgbClr val="2F2F2F"/>
                </a:solidFill>
                <a:latin typeface=""/>
                <a:ea typeface="Lato" pitchFamily="34" charset="-122"/>
                <a:cs typeface="Al Bayan Plain" pitchFamily="2" charset="-78"/>
              </a:rPr>
              <a:t>взаимодействует</a:t>
            </a:r>
            <a:r>
              <a:rPr lang="en-US" sz="1400" dirty="0">
                <a:solidFill>
                  <a:srgbClr val="2F2F2F"/>
                </a:solidFill>
                <a:latin typeface=""/>
                <a:ea typeface="Lato" pitchFamily="34" charset="-122"/>
                <a:cs typeface="Al Bayan Plain" pitchFamily="2" charset="-78"/>
              </a:rPr>
              <a:t> </a:t>
            </a:r>
            <a:r>
              <a:rPr lang="en-US" sz="1400" dirty="0" err="1">
                <a:solidFill>
                  <a:srgbClr val="2F2F2F"/>
                </a:solidFill>
                <a:latin typeface=""/>
                <a:ea typeface="Lato" pitchFamily="34" charset="-122"/>
                <a:cs typeface="Al Bayan Plain" pitchFamily="2" charset="-78"/>
              </a:rPr>
              <a:t>с</a:t>
            </a:r>
            <a:r>
              <a:rPr lang="en-US" sz="1400" dirty="0">
                <a:solidFill>
                  <a:srgbClr val="2F2F2F"/>
                </a:solidFill>
                <a:latin typeface=""/>
                <a:ea typeface="Lato" pitchFamily="34" charset="-122"/>
                <a:cs typeface="Al Bayan Plain" pitchFamily="2" charset="-78"/>
              </a:rPr>
              <a:t> </a:t>
            </a:r>
            <a:r>
              <a:rPr lang="en-US" sz="1400" dirty="0" err="1">
                <a:solidFill>
                  <a:srgbClr val="2F2F2F"/>
                </a:solidFill>
                <a:latin typeface=""/>
                <a:ea typeface="Lato" pitchFamily="34" charset="-122"/>
                <a:cs typeface="Al Bayan Plain" pitchFamily="2" charset="-78"/>
              </a:rPr>
              <a:t>внешней</a:t>
            </a:r>
            <a:r>
              <a:rPr lang="en-US" sz="1400" dirty="0">
                <a:solidFill>
                  <a:srgbClr val="2F2F2F"/>
                </a:solidFill>
                <a:latin typeface=""/>
                <a:ea typeface="Lato" pitchFamily="34" charset="-122"/>
                <a:cs typeface="Al Bayan Plain" pitchFamily="2" charset="-78"/>
              </a:rPr>
              <a:t> </a:t>
            </a:r>
            <a:r>
              <a:rPr lang="en-US" sz="1400" dirty="0" err="1">
                <a:solidFill>
                  <a:srgbClr val="2F2F2F"/>
                </a:solidFill>
                <a:latin typeface=""/>
                <a:ea typeface="Lato" pitchFamily="34" charset="-122"/>
                <a:cs typeface="Al Bayan Plain" pitchFamily="2" charset="-78"/>
              </a:rPr>
              <a:t>средой</a:t>
            </a:r>
            <a:r>
              <a:rPr lang="en-US" sz="1400" dirty="0">
                <a:solidFill>
                  <a:srgbClr val="2F2F2F"/>
                </a:solidFill>
                <a:latin typeface=""/>
                <a:ea typeface="Lato" pitchFamily="34" charset="-122"/>
                <a:cs typeface="Al Bayan Plain" pitchFamily="2" charset="-78"/>
              </a:rPr>
              <a:t>, </a:t>
            </a:r>
            <a:r>
              <a:rPr lang="en-US" sz="1400" dirty="0" err="1">
                <a:solidFill>
                  <a:srgbClr val="2F2F2F"/>
                </a:solidFill>
                <a:latin typeface=""/>
                <a:ea typeface="Lato" pitchFamily="34" charset="-122"/>
                <a:cs typeface="Al Bayan Plain" pitchFamily="2" charset="-78"/>
              </a:rPr>
              <a:t>получая</a:t>
            </a:r>
            <a:r>
              <a:rPr lang="en-US" sz="1400" dirty="0">
                <a:solidFill>
                  <a:srgbClr val="2F2F2F"/>
                </a:solidFill>
                <a:latin typeface=""/>
                <a:ea typeface="Lato" pitchFamily="34" charset="-122"/>
                <a:cs typeface="Al Bayan Plain" pitchFamily="2" charset="-78"/>
              </a:rPr>
              <a:t> </a:t>
            </a:r>
            <a:r>
              <a:rPr lang="en-US" sz="1400" dirty="0" err="1">
                <a:solidFill>
                  <a:srgbClr val="2F2F2F"/>
                </a:solidFill>
                <a:latin typeface=""/>
                <a:ea typeface="Lato" pitchFamily="34" charset="-122"/>
                <a:cs typeface="Al Bayan Plain" pitchFamily="2" charset="-78"/>
              </a:rPr>
              <a:t>данные</a:t>
            </a:r>
            <a:r>
              <a:rPr lang="en-US" sz="1400" dirty="0">
                <a:solidFill>
                  <a:srgbClr val="2F2F2F"/>
                </a:solidFill>
                <a:latin typeface=""/>
                <a:ea typeface="Lato" pitchFamily="34" charset="-122"/>
                <a:cs typeface="Al Bayan Plain" pitchFamily="2" charset="-78"/>
              </a:rPr>
              <a:t> </a:t>
            </a:r>
            <a:r>
              <a:rPr lang="en-US" sz="1400" dirty="0" err="1">
                <a:solidFill>
                  <a:srgbClr val="2F2F2F"/>
                </a:solidFill>
                <a:latin typeface=""/>
                <a:ea typeface="Lato" pitchFamily="34" charset="-122"/>
                <a:cs typeface="Al Bayan Plain" pitchFamily="2" charset="-78"/>
              </a:rPr>
              <a:t>от</a:t>
            </a:r>
            <a:r>
              <a:rPr lang="en-US" sz="1400" dirty="0">
                <a:solidFill>
                  <a:srgbClr val="2F2F2F"/>
                </a:solidFill>
                <a:latin typeface=""/>
                <a:ea typeface="Lato" pitchFamily="34" charset="-122"/>
                <a:cs typeface="Al Bayan Plain" pitchFamily="2" charset="-78"/>
              </a:rPr>
              <a:t> </a:t>
            </a:r>
            <a:r>
              <a:rPr lang="en-US" sz="1400" dirty="0" err="1">
                <a:solidFill>
                  <a:srgbClr val="2F2F2F"/>
                </a:solidFill>
                <a:latin typeface=""/>
                <a:ea typeface="Lato" pitchFamily="34" charset="-122"/>
                <a:cs typeface="Al Bayan Plain" pitchFamily="2" charset="-78"/>
              </a:rPr>
              <a:t>пользователей</a:t>
            </a:r>
            <a:r>
              <a:rPr lang="en-US" sz="1400" dirty="0">
                <a:solidFill>
                  <a:srgbClr val="2F2F2F"/>
                </a:solidFill>
                <a:latin typeface=""/>
                <a:ea typeface="Lato" pitchFamily="34" charset="-122"/>
                <a:cs typeface="Al Bayan Plain" pitchFamily="2" charset="-78"/>
              </a:rPr>
              <a:t>, </a:t>
            </a:r>
            <a:r>
              <a:rPr lang="en-US" sz="1400" dirty="0" err="1">
                <a:solidFill>
                  <a:srgbClr val="2F2F2F"/>
                </a:solidFill>
                <a:latin typeface=""/>
                <a:ea typeface="Lato" pitchFamily="34" charset="-122"/>
                <a:cs typeface="Al Bayan Plain" pitchFamily="2" charset="-78"/>
              </a:rPr>
              <a:t>продавцов</a:t>
            </a:r>
            <a:r>
              <a:rPr lang="en-US" sz="1400" dirty="0">
                <a:solidFill>
                  <a:srgbClr val="2F2F2F"/>
                </a:solidFill>
                <a:latin typeface=""/>
                <a:ea typeface="Lato" pitchFamily="34" charset="-122"/>
                <a:cs typeface="Al Bayan Plain" pitchFamily="2" charset="-78"/>
              </a:rPr>
              <a:t> </a:t>
            </a:r>
            <a:r>
              <a:rPr lang="en-US" sz="1400" dirty="0" err="1">
                <a:solidFill>
                  <a:srgbClr val="2F2F2F"/>
                </a:solidFill>
                <a:latin typeface=""/>
                <a:ea typeface="Lato" pitchFamily="34" charset="-122"/>
                <a:cs typeface="Al Bayan Plain" pitchFamily="2" charset="-78"/>
              </a:rPr>
              <a:t>и</a:t>
            </a:r>
            <a:r>
              <a:rPr lang="en-US" sz="1400" dirty="0">
                <a:solidFill>
                  <a:srgbClr val="2F2F2F"/>
                </a:solidFill>
                <a:latin typeface=""/>
                <a:ea typeface="Lato" pitchFamily="34" charset="-122"/>
                <a:cs typeface="Al Bayan Plain" pitchFamily="2" charset="-78"/>
              </a:rPr>
              <a:t> </a:t>
            </a:r>
            <a:r>
              <a:rPr lang="en-US" sz="1400" dirty="0" err="1">
                <a:solidFill>
                  <a:srgbClr val="2F2F2F"/>
                </a:solidFill>
                <a:latin typeface=""/>
                <a:ea typeface="Lato" pitchFamily="34" charset="-122"/>
                <a:cs typeface="Al Bayan Plain" pitchFamily="2" charset="-78"/>
              </a:rPr>
              <a:t>других</a:t>
            </a:r>
            <a:r>
              <a:rPr lang="en-US" sz="1400" dirty="0">
                <a:solidFill>
                  <a:srgbClr val="2F2F2F"/>
                </a:solidFill>
                <a:latin typeface=""/>
                <a:ea typeface="Lato" pitchFamily="34" charset="-122"/>
                <a:cs typeface="Al Bayan Plain" pitchFamily="2" charset="-78"/>
              </a:rPr>
              <a:t> </a:t>
            </a:r>
            <a:r>
              <a:rPr lang="en-US" sz="1400" dirty="0" err="1">
                <a:solidFill>
                  <a:srgbClr val="2F2F2F"/>
                </a:solidFill>
                <a:latin typeface=""/>
                <a:ea typeface="Lato" pitchFamily="34" charset="-122"/>
                <a:cs typeface="Al Bayan Plain" pitchFamily="2" charset="-78"/>
              </a:rPr>
              <a:t>систем</a:t>
            </a:r>
            <a:r>
              <a:rPr lang="en-US" sz="1400" dirty="0">
                <a:solidFill>
                  <a:srgbClr val="2F2F2F"/>
                </a:solidFill>
                <a:latin typeface=""/>
                <a:ea typeface="Lato" pitchFamily="34" charset="-122"/>
                <a:cs typeface="Al Bayan Plain" pitchFamily="2" charset="-78"/>
              </a:rPr>
              <a:t>.</a:t>
            </a:r>
            <a:endParaRPr lang="ru-RU" sz="1400" dirty="0">
              <a:solidFill>
                <a:srgbClr val="2F2F2F"/>
              </a:solidFill>
              <a:latin typeface=""/>
              <a:ea typeface="Lato" pitchFamily="34" charset="-122"/>
              <a:cs typeface="Al Bayan Plain" pitchFamily="2" charset="-78"/>
            </a:endParaRPr>
          </a:p>
          <a:p>
            <a:pPr>
              <a:lnSpc>
                <a:spcPts val="1800"/>
              </a:lnSpc>
            </a:pPr>
            <a:endParaRPr lang="ru-RU" sz="1400" dirty="0">
              <a:solidFill>
                <a:srgbClr val="2F2F2F"/>
              </a:solidFill>
              <a:latin typeface=""/>
              <a:ea typeface="Lato" pitchFamily="34" charset="-122"/>
              <a:cs typeface="Al Bayan Plain" pitchFamily="2" charset="-78"/>
            </a:endParaRPr>
          </a:p>
          <a:p>
            <a:pPr>
              <a:lnSpc>
                <a:spcPts val="1800"/>
              </a:lnSpc>
            </a:pPr>
            <a:r>
              <a:rPr lang="en-US" sz="1400" b="1" dirty="0" err="1">
                <a:solidFill>
                  <a:srgbClr val="0A2A4E"/>
                </a:solidFill>
                <a:latin typeface=""/>
                <a:ea typeface="Montserrat" pitchFamily="34" charset="-122"/>
                <a:cs typeface="AL BAYAN PLAIN" pitchFamily="2" charset="-78"/>
              </a:rPr>
              <a:t>Внутренняя</a:t>
            </a:r>
            <a:r>
              <a:rPr lang="en-US" sz="1400" b="1" dirty="0">
                <a:solidFill>
                  <a:srgbClr val="0A2A4E"/>
                </a:solidFill>
                <a:latin typeface=""/>
                <a:ea typeface="Montserrat" pitchFamily="34" charset="-122"/>
                <a:cs typeface="AL BAYAN PLAIN" pitchFamily="2" charset="-78"/>
              </a:rPr>
              <a:t> </a:t>
            </a:r>
            <a:r>
              <a:rPr lang="en-US" sz="1400" b="1" dirty="0" err="1">
                <a:solidFill>
                  <a:srgbClr val="0A2A4E"/>
                </a:solidFill>
                <a:latin typeface=""/>
                <a:ea typeface="Montserrat" pitchFamily="34" charset="-122"/>
                <a:cs typeface="AL BAYAN PLAIN" pitchFamily="2" charset="-78"/>
              </a:rPr>
              <a:t>неоднородность</a:t>
            </a:r>
            <a:endParaRPr lang="en-US" sz="1400" dirty="0">
              <a:latin typeface=""/>
              <a:cs typeface="Al Bayan Plain" pitchFamily="2" charset="-78"/>
            </a:endParaRPr>
          </a:p>
          <a:p>
            <a:pPr>
              <a:lnSpc>
                <a:spcPts val="1800"/>
              </a:lnSpc>
            </a:pPr>
            <a:r>
              <a:rPr lang="en-US" sz="1400" dirty="0" err="1">
                <a:solidFill>
                  <a:srgbClr val="2F2F2F"/>
                </a:solidFill>
                <a:latin typeface=""/>
                <a:ea typeface="Lato" pitchFamily="34" charset="-122"/>
                <a:cs typeface="Al Bayan Plain" pitchFamily="2" charset="-78"/>
              </a:rPr>
              <a:t>Система</a:t>
            </a:r>
            <a:r>
              <a:rPr lang="en-US" sz="1400" dirty="0">
                <a:solidFill>
                  <a:srgbClr val="2F2F2F"/>
                </a:solidFill>
                <a:latin typeface=""/>
                <a:ea typeface="Lato" pitchFamily="34" charset="-122"/>
                <a:cs typeface="Al Bayan Plain" pitchFamily="2" charset="-78"/>
              </a:rPr>
              <a:t> </a:t>
            </a:r>
            <a:r>
              <a:rPr lang="en-US" sz="1400" dirty="0" err="1">
                <a:solidFill>
                  <a:srgbClr val="2F2F2F"/>
                </a:solidFill>
                <a:latin typeface=""/>
                <a:ea typeface="Lato" pitchFamily="34" charset="-122"/>
                <a:cs typeface="Al Bayan Plain" pitchFamily="2" charset="-78"/>
              </a:rPr>
              <a:t>состоит</a:t>
            </a:r>
            <a:r>
              <a:rPr lang="en-US" sz="1400" dirty="0">
                <a:solidFill>
                  <a:srgbClr val="2F2F2F"/>
                </a:solidFill>
                <a:latin typeface=""/>
                <a:ea typeface="Lato" pitchFamily="34" charset="-122"/>
                <a:cs typeface="Al Bayan Plain" pitchFamily="2" charset="-78"/>
              </a:rPr>
              <a:t> </a:t>
            </a:r>
            <a:r>
              <a:rPr lang="en-US" sz="1400" dirty="0" err="1">
                <a:solidFill>
                  <a:srgbClr val="2F2F2F"/>
                </a:solidFill>
                <a:latin typeface=""/>
                <a:ea typeface="Lato" pitchFamily="34" charset="-122"/>
                <a:cs typeface="Al Bayan Plain" pitchFamily="2" charset="-78"/>
              </a:rPr>
              <a:t>из</a:t>
            </a:r>
            <a:r>
              <a:rPr lang="en-US" sz="1400" dirty="0">
                <a:solidFill>
                  <a:srgbClr val="2F2F2F"/>
                </a:solidFill>
                <a:latin typeface=""/>
                <a:ea typeface="Lato" pitchFamily="34" charset="-122"/>
                <a:cs typeface="Al Bayan Plain" pitchFamily="2" charset="-78"/>
              </a:rPr>
              <a:t> </a:t>
            </a:r>
            <a:r>
              <a:rPr lang="en-US" sz="1400" dirty="0" err="1">
                <a:solidFill>
                  <a:srgbClr val="2F2F2F"/>
                </a:solidFill>
                <a:latin typeface=""/>
                <a:ea typeface="Lato" pitchFamily="34" charset="-122"/>
                <a:cs typeface="Al Bayan Plain" pitchFamily="2" charset="-78"/>
              </a:rPr>
              <a:t>различных</a:t>
            </a:r>
            <a:r>
              <a:rPr lang="en-US" sz="1400" dirty="0">
                <a:solidFill>
                  <a:srgbClr val="2F2F2F"/>
                </a:solidFill>
                <a:latin typeface=""/>
                <a:ea typeface="Lato" pitchFamily="34" charset="-122"/>
                <a:cs typeface="Al Bayan Plain" pitchFamily="2" charset="-78"/>
              </a:rPr>
              <a:t> </a:t>
            </a:r>
            <a:r>
              <a:rPr lang="en-US" sz="1400" dirty="0" err="1">
                <a:solidFill>
                  <a:srgbClr val="2F2F2F"/>
                </a:solidFill>
                <a:latin typeface=""/>
                <a:ea typeface="Lato" pitchFamily="34" charset="-122"/>
                <a:cs typeface="Al Bayan Plain" pitchFamily="2" charset="-78"/>
              </a:rPr>
              <a:t>подсистем</a:t>
            </a:r>
            <a:r>
              <a:rPr lang="en-US" sz="1400" dirty="0">
                <a:solidFill>
                  <a:srgbClr val="2F2F2F"/>
                </a:solidFill>
                <a:latin typeface=""/>
                <a:ea typeface="Lato" pitchFamily="34" charset="-122"/>
                <a:cs typeface="Al Bayan Plain" pitchFamily="2" charset="-78"/>
              </a:rPr>
              <a:t> (</a:t>
            </a:r>
            <a:r>
              <a:rPr lang="en-US" sz="1400" dirty="0" err="1">
                <a:solidFill>
                  <a:srgbClr val="2F2F2F"/>
                </a:solidFill>
                <a:latin typeface=""/>
                <a:ea typeface="Lato" pitchFamily="34" charset="-122"/>
                <a:cs typeface="Al Bayan Plain" pitchFamily="2" charset="-78"/>
              </a:rPr>
              <a:t>управление</a:t>
            </a:r>
            <a:r>
              <a:rPr lang="en-US" sz="1400" dirty="0">
                <a:solidFill>
                  <a:srgbClr val="2F2F2F"/>
                </a:solidFill>
                <a:latin typeface=""/>
                <a:ea typeface="Lato" pitchFamily="34" charset="-122"/>
                <a:cs typeface="Al Bayan Plain" pitchFamily="2" charset="-78"/>
              </a:rPr>
              <a:t> </a:t>
            </a:r>
            <a:r>
              <a:rPr lang="en-US" sz="1400" dirty="0" err="1">
                <a:solidFill>
                  <a:srgbClr val="2F2F2F"/>
                </a:solidFill>
                <a:latin typeface=""/>
                <a:ea typeface="Lato" pitchFamily="34" charset="-122"/>
                <a:cs typeface="Al Bayan Plain" pitchFamily="2" charset="-78"/>
              </a:rPr>
              <a:t>пользователями</a:t>
            </a:r>
            <a:r>
              <a:rPr lang="en-US" sz="1400" dirty="0">
                <a:solidFill>
                  <a:srgbClr val="2F2F2F"/>
                </a:solidFill>
                <a:latin typeface=""/>
                <a:ea typeface="Lato" pitchFamily="34" charset="-122"/>
                <a:cs typeface="Al Bayan Plain" pitchFamily="2" charset="-78"/>
              </a:rPr>
              <a:t>, </a:t>
            </a:r>
            <a:r>
              <a:rPr lang="en-US" sz="1400" dirty="0" err="1">
                <a:solidFill>
                  <a:srgbClr val="2F2F2F"/>
                </a:solidFill>
                <a:latin typeface=""/>
                <a:ea typeface="Lato" pitchFamily="34" charset="-122"/>
                <a:cs typeface="Al Bayan Plain" pitchFamily="2" charset="-78"/>
              </a:rPr>
              <a:t>каталог</a:t>
            </a:r>
            <a:r>
              <a:rPr lang="en-US" sz="1400" dirty="0">
                <a:solidFill>
                  <a:srgbClr val="2F2F2F"/>
                </a:solidFill>
                <a:latin typeface=""/>
                <a:ea typeface="Lato" pitchFamily="34" charset="-122"/>
                <a:cs typeface="Al Bayan Plain" pitchFamily="2" charset="-78"/>
              </a:rPr>
              <a:t>, </a:t>
            </a:r>
            <a:r>
              <a:rPr lang="en-US" sz="1400" dirty="0" err="1">
                <a:solidFill>
                  <a:srgbClr val="2F2F2F"/>
                </a:solidFill>
                <a:latin typeface=""/>
                <a:ea typeface="Lato" pitchFamily="34" charset="-122"/>
                <a:cs typeface="Al Bayan Plain" pitchFamily="2" charset="-78"/>
              </a:rPr>
              <a:t>рекомендации</a:t>
            </a:r>
            <a:r>
              <a:rPr lang="en-US" sz="1400" dirty="0">
                <a:solidFill>
                  <a:srgbClr val="2F2F2F"/>
                </a:solidFill>
                <a:latin typeface=""/>
                <a:ea typeface="Lato" pitchFamily="34" charset="-122"/>
                <a:cs typeface="Al Bayan Plain" pitchFamily="2" charset="-78"/>
              </a:rPr>
              <a:t>), </a:t>
            </a:r>
            <a:r>
              <a:rPr lang="en-US" sz="1400" dirty="0" err="1">
                <a:solidFill>
                  <a:srgbClr val="2F2F2F"/>
                </a:solidFill>
                <a:latin typeface=""/>
                <a:ea typeface="Lato" pitchFamily="34" charset="-122"/>
                <a:cs typeface="Al Bayan Plain" pitchFamily="2" charset="-78"/>
              </a:rPr>
              <a:t>каждой</a:t>
            </a:r>
            <a:r>
              <a:rPr lang="en-US" sz="1400" dirty="0">
                <a:solidFill>
                  <a:srgbClr val="2F2F2F"/>
                </a:solidFill>
                <a:latin typeface=""/>
                <a:ea typeface="Lato" pitchFamily="34" charset="-122"/>
                <a:cs typeface="Al Bayan Plain" pitchFamily="2" charset="-78"/>
              </a:rPr>
              <a:t> </a:t>
            </a:r>
            <a:r>
              <a:rPr lang="en-US" sz="1400" dirty="0" err="1">
                <a:solidFill>
                  <a:srgbClr val="2F2F2F"/>
                </a:solidFill>
                <a:latin typeface=""/>
                <a:ea typeface="Lato" pitchFamily="34" charset="-122"/>
                <a:cs typeface="Al Bayan Plain" pitchFamily="2" charset="-78"/>
              </a:rPr>
              <a:t>с</a:t>
            </a:r>
            <a:r>
              <a:rPr lang="en-US" sz="1400" dirty="0">
                <a:solidFill>
                  <a:srgbClr val="2F2F2F"/>
                </a:solidFill>
                <a:latin typeface=""/>
                <a:ea typeface="Lato" pitchFamily="34" charset="-122"/>
                <a:cs typeface="Al Bayan Plain" pitchFamily="2" charset="-78"/>
              </a:rPr>
              <a:t> </a:t>
            </a:r>
            <a:r>
              <a:rPr lang="en-US" sz="1400" dirty="0" err="1">
                <a:solidFill>
                  <a:srgbClr val="2F2F2F"/>
                </a:solidFill>
                <a:latin typeface=""/>
                <a:ea typeface="Lato" pitchFamily="34" charset="-122"/>
                <a:cs typeface="Al Bayan Plain" pitchFamily="2" charset="-78"/>
              </a:rPr>
              <a:t>особой</a:t>
            </a:r>
            <a:r>
              <a:rPr lang="en-US" sz="1400" dirty="0">
                <a:solidFill>
                  <a:srgbClr val="2F2F2F"/>
                </a:solidFill>
                <a:latin typeface=""/>
                <a:ea typeface="Lato" pitchFamily="34" charset="-122"/>
                <a:cs typeface="Al Bayan Plain" pitchFamily="2" charset="-78"/>
              </a:rPr>
              <a:t> </a:t>
            </a:r>
            <a:r>
              <a:rPr lang="en-US" sz="1400" dirty="0" err="1">
                <a:solidFill>
                  <a:srgbClr val="2F2F2F"/>
                </a:solidFill>
                <a:latin typeface=""/>
                <a:ea typeface="Lato" pitchFamily="34" charset="-122"/>
                <a:cs typeface="Al Bayan Plain" pitchFamily="2" charset="-78"/>
              </a:rPr>
              <a:t>спецификой</a:t>
            </a:r>
            <a:r>
              <a:rPr lang="en-US" sz="1400" dirty="0">
                <a:solidFill>
                  <a:srgbClr val="2F2F2F"/>
                </a:solidFill>
                <a:latin typeface=""/>
                <a:ea typeface="Lato" pitchFamily="34" charset="-122"/>
                <a:cs typeface="Al Bayan Plain" pitchFamily="2" charset="-78"/>
              </a:rPr>
              <a:t>.</a:t>
            </a:r>
            <a:endParaRPr lang="en-US" sz="1400" dirty="0">
              <a:latin typeface=""/>
              <a:cs typeface="Al Bayan Plain" pitchFamily="2" charset="-78"/>
            </a:endParaRPr>
          </a:p>
          <a:p>
            <a:pPr>
              <a:lnSpc>
                <a:spcPts val="1800"/>
              </a:lnSpc>
            </a:pPr>
            <a:endParaRPr lang="ru-RU" sz="1400" dirty="0">
              <a:latin typeface=""/>
              <a:cs typeface="Al Bayan Plain" pitchFamily="2" charset="-78"/>
            </a:endParaRPr>
          </a:p>
          <a:p>
            <a:pPr>
              <a:lnSpc>
                <a:spcPts val="1800"/>
              </a:lnSpc>
            </a:pPr>
            <a:r>
              <a:rPr lang="en-US" sz="1400" b="1" dirty="0" err="1">
                <a:solidFill>
                  <a:srgbClr val="0A2A4E"/>
                </a:solidFill>
                <a:latin typeface=""/>
                <a:ea typeface="Montserrat" pitchFamily="34" charset="-122"/>
                <a:cs typeface="AL BAYAN PLAIN" pitchFamily="2" charset="-78"/>
              </a:rPr>
              <a:t>Структурированность</a:t>
            </a:r>
            <a:endParaRPr lang="en-US" sz="1400" dirty="0">
              <a:latin typeface=""/>
              <a:cs typeface="Al Bayan Plain" pitchFamily="2" charset="-78"/>
            </a:endParaRPr>
          </a:p>
          <a:p>
            <a:pPr>
              <a:lnSpc>
                <a:spcPts val="1800"/>
              </a:lnSpc>
            </a:pPr>
            <a:r>
              <a:rPr lang="en-US" sz="1400" dirty="0" err="1">
                <a:solidFill>
                  <a:srgbClr val="2F2F2F"/>
                </a:solidFill>
                <a:latin typeface=""/>
                <a:ea typeface="Lato" pitchFamily="34" charset="-122"/>
                <a:cs typeface="Al Bayan Plain" pitchFamily="2" charset="-78"/>
              </a:rPr>
              <a:t>Компоненты</a:t>
            </a:r>
            <a:r>
              <a:rPr lang="en-US" sz="1400" dirty="0">
                <a:solidFill>
                  <a:srgbClr val="2F2F2F"/>
                </a:solidFill>
                <a:latin typeface=""/>
                <a:ea typeface="Lato" pitchFamily="34" charset="-122"/>
                <a:cs typeface="Al Bayan Plain" pitchFamily="2" charset="-78"/>
              </a:rPr>
              <a:t> </a:t>
            </a:r>
            <a:r>
              <a:rPr lang="en-US" sz="1400" dirty="0" err="1">
                <a:solidFill>
                  <a:srgbClr val="2F2F2F"/>
                </a:solidFill>
                <a:latin typeface=""/>
                <a:ea typeface="Lato" pitchFamily="34" charset="-122"/>
                <a:cs typeface="Al Bayan Plain" pitchFamily="2" charset="-78"/>
              </a:rPr>
              <a:t>системы</a:t>
            </a:r>
            <a:r>
              <a:rPr lang="en-US" sz="1400" dirty="0">
                <a:solidFill>
                  <a:srgbClr val="2F2F2F"/>
                </a:solidFill>
                <a:latin typeface=""/>
                <a:ea typeface="Lato" pitchFamily="34" charset="-122"/>
                <a:cs typeface="Al Bayan Plain" pitchFamily="2" charset="-78"/>
              </a:rPr>
              <a:t> </a:t>
            </a:r>
            <a:r>
              <a:rPr lang="en-US" sz="1400" dirty="0" err="1">
                <a:solidFill>
                  <a:srgbClr val="2F2F2F"/>
                </a:solidFill>
                <a:latin typeface=""/>
                <a:ea typeface="Lato" pitchFamily="34" charset="-122"/>
                <a:cs typeface="Al Bayan Plain" pitchFamily="2" charset="-78"/>
              </a:rPr>
              <a:t>организованы</a:t>
            </a:r>
            <a:r>
              <a:rPr lang="en-US" sz="1400" dirty="0">
                <a:solidFill>
                  <a:srgbClr val="2F2F2F"/>
                </a:solidFill>
                <a:latin typeface=""/>
                <a:ea typeface="Lato" pitchFamily="34" charset="-122"/>
                <a:cs typeface="Al Bayan Plain" pitchFamily="2" charset="-78"/>
              </a:rPr>
              <a:t> </a:t>
            </a:r>
            <a:r>
              <a:rPr lang="en-US" sz="1400" dirty="0" err="1">
                <a:solidFill>
                  <a:srgbClr val="2F2F2F"/>
                </a:solidFill>
                <a:latin typeface=""/>
                <a:ea typeface="Lato" pitchFamily="34" charset="-122"/>
                <a:cs typeface="Al Bayan Plain" pitchFamily="2" charset="-78"/>
              </a:rPr>
              <a:t>в</a:t>
            </a:r>
            <a:r>
              <a:rPr lang="en-US" sz="1400" dirty="0">
                <a:solidFill>
                  <a:srgbClr val="2F2F2F"/>
                </a:solidFill>
                <a:latin typeface=""/>
                <a:ea typeface="Lato" pitchFamily="34" charset="-122"/>
                <a:cs typeface="Al Bayan Plain" pitchFamily="2" charset="-78"/>
              </a:rPr>
              <a:t> </a:t>
            </a:r>
            <a:r>
              <a:rPr lang="en-US" sz="1400" dirty="0" err="1">
                <a:solidFill>
                  <a:srgbClr val="2F2F2F"/>
                </a:solidFill>
                <a:latin typeface=""/>
                <a:ea typeface="Lato" pitchFamily="34" charset="-122"/>
                <a:cs typeface="Al Bayan Plain" pitchFamily="2" charset="-78"/>
              </a:rPr>
              <a:t>определённую</a:t>
            </a:r>
            <a:r>
              <a:rPr lang="en-US" sz="1400" dirty="0">
                <a:solidFill>
                  <a:srgbClr val="2F2F2F"/>
                </a:solidFill>
                <a:latin typeface=""/>
                <a:ea typeface="Lato" pitchFamily="34" charset="-122"/>
                <a:cs typeface="Al Bayan Plain" pitchFamily="2" charset="-78"/>
              </a:rPr>
              <a:t> </a:t>
            </a:r>
            <a:r>
              <a:rPr lang="en-US" sz="1400" dirty="0" err="1">
                <a:solidFill>
                  <a:srgbClr val="2F2F2F"/>
                </a:solidFill>
                <a:latin typeface=""/>
                <a:ea typeface="Lato" pitchFamily="34" charset="-122"/>
                <a:cs typeface="Al Bayan Plain" pitchFamily="2" charset="-78"/>
              </a:rPr>
              <a:t>иерархию</a:t>
            </a:r>
            <a:r>
              <a:rPr lang="en-US" sz="1400" dirty="0">
                <a:solidFill>
                  <a:srgbClr val="2F2F2F"/>
                </a:solidFill>
                <a:latin typeface=""/>
                <a:ea typeface="Lato" pitchFamily="34" charset="-122"/>
                <a:cs typeface="Al Bayan Plain" pitchFamily="2" charset="-78"/>
              </a:rPr>
              <a:t> </a:t>
            </a:r>
            <a:r>
              <a:rPr lang="en-US" sz="1400" dirty="0" err="1">
                <a:solidFill>
                  <a:srgbClr val="2F2F2F"/>
                </a:solidFill>
                <a:latin typeface=""/>
                <a:ea typeface="Lato" pitchFamily="34" charset="-122"/>
                <a:cs typeface="Al Bayan Plain" pitchFamily="2" charset="-78"/>
              </a:rPr>
              <a:t>и</a:t>
            </a:r>
            <a:r>
              <a:rPr lang="en-US" sz="1400" dirty="0">
                <a:solidFill>
                  <a:srgbClr val="2F2F2F"/>
                </a:solidFill>
                <a:latin typeface=""/>
                <a:ea typeface="Lato" pitchFamily="34" charset="-122"/>
                <a:cs typeface="Al Bayan Plain" pitchFamily="2" charset="-78"/>
              </a:rPr>
              <a:t> </a:t>
            </a:r>
            <a:r>
              <a:rPr lang="en-US" sz="1400" dirty="0" err="1">
                <a:solidFill>
                  <a:srgbClr val="2F2F2F"/>
                </a:solidFill>
                <a:latin typeface=""/>
                <a:ea typeface="Lato" pitchFamily="34" charset="-122"/>
                <a:cs typeface="Al Bayan Plain" pitchFamily="2" charset="-78"/>
              </a:rPr>
              <a:t>имеют</a:t>
            </a:r>
            <a:r>
              <a:rPr lang="en-US" sz="1400" dirty="0">
                <a:solidFill>
                  <a:srgbClr val="2F2F2F"/>
                </a:solidFill>
                <a:latin typeface=""/>
                <a:ea typeface="Lato" pitchFamily="34" charset="-122"/>
                <a:cs typeface="Al Bayan Plain" pitchFamily="2" charset="-78"/>
              </a:rPr>
              <a:t> </a:t>
            </a:r>
            <a:r>
              <a:rPr lang="en-US" sz="1400" dirty="0" err="1">
                <a:solidFill>
                  <a:srgbClr val="2F2F2F"/>
                </a:solidFill>
                <a:latin typeface=""/>
                <a:ea typeface="Lato" pitchFamily="34" charset="-122"/>
                <a:cs typeface="Al Bayan Plain" pitchFamily="2" charset="-78"/>
              </a:rPr>
              <a:t>чётко</a:t>
            </a:r>
            <a:r>
              <a:rPr lang="en-US" sz="1400" dirty="0">
                <a:solidFill>
                  <a:srgbClr val="2F2F2F"/>
                </a:solidFill>
                <a:latin typeface=""/>
                <a:ea typeface="Lato" pitchFamily="34" charset="-122"/>
                <a:cs typeface="Al Bayan Plain" pitchFamily="2" charset="-78"/>
              </a:rPr>
              <a:t> </a:t>
            </a:r>
            <a:r>
              <a:rPr lang="en-US" sz="1400" dirty="0" err="1">
                <a:solidFill>
                  <a:srgbClr val="2F2F2F"/>
                </a:solidFill>
                <a:latin typeface=""/>
                <a:ea typeface="Lato" pitchFamily="34" charset="-122"/>
                <a:cs typeface="Al Bayan Plain" pitchFamily="2" charset="-78"/>
              </a:rPr>
              <a:t>определённые</a:t>
            </a:r>
            <a:r>
              <a:rPr lang="en-US" sz="1400" dirty="0">
                <a:solidFill>
                  <a:srgbClr val="2F2F2F"/>
                </a:solidFill>
                <a:latin typeface=""/>
                <a:ea typeface="Lato" pitchFamily="34" charset="-122"/>
                <a:cs typeface="Al Bayan Plain" pitchFamily="2" charset="-78"/>
              </a:rPr>
              <a:t> </a:t>
            </a:r>
            <a:r>
              <a:rPr lang="en-US" sz="1400" dirty="0" err="1">
                <a:solidFill>
                  <a:srgbClr val="2F2F2F"/>
                </a:solidFill>
                <a:latin typeface=""/>
                <a:ea typeface="Lato" pitchFamily="34" charset="-122"/>
                <a:cs typeface="Al Bayan Plain" pitchFamily="2" charset="-78"/>
              </a:rPr>
              <a:t>связи</a:t>
            </a:r>
            <a:r>
              <a:rPr lang="en-US" sz="1400" dirty="0">
                <a:solidFill>
                  <a:srgbClr val="2F2F2F"/>
                </a:solidFill>
                <a:latin typeface=""/>
                <a:ea typeface="Lato" pitchFamily="34" charset="-122"/>
                <a:cs typeface="Al Bayan Plain" pitchFamily="2" charset="-78"/>
              </a:rPr>
              <a:t>, </a:t>
            </a:r>
            <a:r>
              <a:rPr lang="en-US" sz="1400" dirty="0" err="1">
                <a:solidFill>
                  <a:srgbClr val="2F2F2F"/>
                </a:solidFill>
                <a:latin typeface=""/>
                <a:ea typeface="Lato" pitchFamily="34" charset="-122"/>
                <a:cs typeface="Al Bayan Plain" pitchFamily="2" charset="-78"/>
              </a:rPr>
              <a:t>обеспечивая</a:t>
            </a:r>
            <a:r>
              <a:rPr lang="en-US" sz="1400" dirty="0">
                <a:solidFill>
                  <a:srgbClr val="2F2F2F"/>
                </a:solidFill>
                <a:latin typeface=""/>
                <a:ea typeface="Lato" pitchFamily="34" charset="-122"/>
                <a:cs typeface="Al Bayan Plain" pitchFamily="2" charset="-78"/>
              </a:rPr>
              <a:t> </a:t>
            </a:r>
            <a:r>
              <a:rPr lang="en-US" sz="1400" dirty="0" err="1">
                <a:solidFill>
                  <a:srgbClr val="2F2F2F"/>
                </a:solidFill>
                <a:latin typeface=""/>
                <a:ea typeface="Lato" pitchFamily="34" charset="-122"/>
                <a:cs typeface="Al Bayan Plain" pitchFamily="2" charset="-78"/>
              </a:rPr>
              <a:t>порядок</a:t>
            </a:r>
            <a:r>
              <a:rPr lang="en-US" sz="1400" dirty="0">
                <a:solidFill>
                  <a:srgbClr val="2F2F2F"/>
                </a:solidFill>
                <a:latin typeface=""/>
                <a:ea typeface="Lato" pitchFamily="34" charset="-122"/>
                <a:cs typeface="Al Bayan Plain" pitchFamily="2" charset="-78"/>
              </a:rPr>
              <a:t> </a:t>
            </a:r>
            <a:r>
              <a:rPr lang="en-US" sz="1400" dirty="0" err="1">
                <a:solidFill>
                  <a:srgbClr val="2F2F2F"/>
                </a:solidFill>
                <a:latin typeface=""/>
                <a:ea typeface="Lato" pitchFamily="34" charset="-122"/>
                <a:cs typeface="Al Bayan Plain" pitchFamily="2" charset="-78"/>
              </a:rPr>
              <a:t>работы</a:t>
            </a:r>
            <a:r>
              <a:rPr lang="en-US" sz="1400" dirty="0">
                <a:solidFill>
                  <a:srgbClr val="2F2F2F"/>
                </a:solidFill>
                <a:latin typeface=""/>
                <a:ea typeface="Lato" pitchFamily="34" charset="-122"/>
                <a:cs typeface="Al Bayan Plain" pitchFamily="2" charset="-78"/>
              </a:rPr>
              <a:t>.</a:t>
            </a:r>
            <a:endParaRPr lang="en-US" sz="1400" dirty="0">
              <a:latin typeface=""/>
              <a:cs typeface="Al Bayan Plain" pitchFamily="2" charset="-78"/>
            </a:endParaRPr>
          </a:p>
          <a:p>
            <a:pPr>
              <a:lnSpc>
                <a:spcPts val="1800"/>
              </a:lnSpc>
            </a:pPr>
            <a:endParaRPr lang="en-US" sz="1400" dirty="0">
              <a:latin typeface=""/>
              <a:cs typeface="Al Bayan Plain" pitchFamily="2" charset="-78"/>
            </a:endParaRPr>
          </a:p>
          <a:p>
            <a:pPr marL="0" indent="0">
              <a:lnSpc>
                <a:spcPts val="1800"/>
              </a:lnSpc>
              <a:buNone/>
            </a:pPr>
            <a:endParaRPr lang="en-US" sz="1400" dirty="0">
              <a:latin typeface=""/>
              <a:cs typeface="Al Bayan Plain" pitchFamily="2" charset="-78"/>
            </a:endParaRPr>
          </a:p>
        </p:txBody>
      </p:sp>
      <p:sp>
        <p:nvSpPr>
          <p:cNvPr id="34" name="Text 10"/>
          <p:cNvSpPr/>
          <p:nvPr/>
        </p:nvSpPr>
        <p:spPr>
          <a:xfrm>
            <a:off x="6629400" y="1028700"/>
            <a:ext cx="5951220" cy="2865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2400"/>
              </a:lnSpc>
              <a:buNone/>
            </a:pPr>
            <a:r>
              <a:rPr lang="en-US" sz="1646" b="1" dirty="0">
                <a:solidFill>
                  <a:srgbClr val="0A2A4E"/>
                </a:solidFill>
                <a:ea typeface="Montserrat" pitchFamily="34" charset="-122"/>
                <a:cs typeface="Montserrat" pitchFamily="34" charset="-120"/>
              </a:rPr>
              <a:t>Динамические</a:t>
            </a:r>
            <a:endParaRPr lang="en-US" sz="1646" dirty="0"/>
          </a:p>
        </p:txBody>
      </p:sp>
      <p:sp>
        <p:nvSpPr>
          <p:cNvPr id="35" name="Text 11"/>
          <p:cNvSpPr/>
          <p:nvPr/>
        </p:nvSpPr>
        <p:spPr>
          <a:xfrm>
            <a:off x="6659880" y="1490938"/>
            <a:ext cx="5280660" cy="45997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800"/>
              </a:lnSpc>
              <a:buNone/>
            </a:pPr>
            <a:r>
              <a:rPr lang="en-US" sz="1400" b="1" dirty="0" err="1">
                <a:solidFill>
                  <a:srgbClr val="0A2A4E"/>
                </a:solidFill>
                <a:latin typeface=""/>
                <a:ea typeface="Montserrat" pitchFamily="34" charset="-122"/>
                <a:cs typeface="AL BAYAN PLAIN" pitchFamily="2" charset="-78"/>
              </a:rPr>
              <a:t>Функциональность</a:t>
            </a:r>
            <a:endParaRPr lang="ru-RU" sz="1400" b="1" dirty="0">
              <a:solidFill>
                <a:srgbClr val="0A2A4E"/>
              </a:solidFill>
              <a:latin typeface=""/>
              <a:ea typeface="Montserrat" pitchFamily="34" charset="-122"/>
              <a:cs typeface="AL BAYAN PLAIN" pitchFamily="2" charset="-78"/>
            </a:endParaRPr>
          </a:p>
          <a:p>
            <a:pPr>
              <a:lnSpc>
                <a:spcPts val="1800"/>
              </a:lnSpc>
            </a:pPr>
            <a:r>
              <a:rPr lang="en-US" sz="1400" dirty="0" err="1">
                <a:solidFill>
                  <a:srgbClr val="2F2F2F"/>
                </a:solidFill>
                <a:latin typeface=""/>
                <a:ea typeface="Lato" pitchFamily="34" charset="-122"/>
                <a:cs typeface="Al Bayan Plain" pitchFamily="2" charset="-78"/>
              </a:rPr>
              <a:t>Система</a:t>
            </a:r>
            <a:r>
              <a:rPr lang="en-US" sz="1400" dirty="0">
                <a:solidFill>
                  <a:srgbClr val="2F2F2F"/>
                </a:solidFill>
                <a:latin typeface=""/>
                <a:ea typeface="Lato" pitchFamily="34" charset="-122"/>
                <a:cs typeface="Al Bayan Plain" pitchFamily="2" charset="-78"/>
              </a:rPr>
              <a:t> </a:t>
            </a:r>
            <a:r>
              <a:rPr lang="en-US" sz="1400" dirty="0" err="1">
                <a:solidFill>
                  <a:srgbClr val="2F2F2F"/>
                </a:solidFill>
                <a:latin typeface=""/>
                <a:ea typeface="Lato" pitchFamily="34" charset="-122"/>
                <a:cs typeface="Al Bayan Plain" pitchFamily="2" charset="-78"/>
              </a:rPr>
              <a:t>выполняет</a:t>
            </a:r>
            <a:r>
              <a:rPr lang="en-US" sz="1400" dirty="0">
                <a:solidFill>
                  <a:srgbClr val="2F2F2F"/>
                </a:solidFill>
                <a:latin typeface=""/>
                <a:ea typeface="Lato" pitchFamily="34" charset="-122"/>
                <a:cs typeface="Al Bayan Plain" pitchFamily="2" charset="-78"/>
              </a:rPr>
              <a:t> </a:t>
            </a:r>
            <a:r>
              <a:rPr lang="en-US" sz="1400" dirty="0" err="1">
                <a:solidFill>
                  <a:srgbClr val="2F2F2F"/>
                </a:solidFill>
                <a:latin typeface=""/>
                <a:ea typeface="Lato" pitchFamily="34" charset="-122"/>
                <a:cs typeface="Al Bayan Plain" pitchFamily="2" charset="-78"/>
              </a:rPr>
              <a:t>определённые</a:t>
            </a:r>
            <a:r>
              <a:rPr lang="en-US" sz="1400" dirty="0">
                <a:solidFill>
                  <a:srgbClr val="2F2F2F"/>
                </a:solidFill>
                <a:latin typeface=""/>
                <a:ea typeface="Lato" pitchFamily="34" charset="-122"/>
                <a:cs typeface="Al Bayan Plain" pitchFamily="2" charset="-78"/>
              </a:rPr>
              <a:t> </a:t>
            </a:r>
            <a:r>
              <a:rPr lang="en-US" sz="1400" dirty="0" err="1">
                <a:solidFill>
                  <a:srgbClr val="2F2F2F"/>
                </a:solidFill>
                <a:latin typeface=""/>
                <a:ea typeface="Lato" pitchFamily="34" charset="-122"/>
                <a:cs typeface="Al Bayan Plain" pitchFamily="2" charset="-78"/>
              </a:rPr>
              <a:t>функции</a:t>
            </a:r>
            <a:r>
              <a:rPr lang="en-US" sz="1400" dirty="0">
                <a:solidFill>
                  <a:srgbClr val="2F2F2F"/>
                </a:solidFill>
                <a:latin typeface=""/>
                <a:ea typeface="Lato" pitchFamily="34" charset="-122"/>
                <a:cs typeface="Al Bayan Plain" pitchFamily="2" charset="-78"/>
              </a:rPr>
              <a:t>: </a:t>
            </a:r>
            <a:r>
              <a:rPr lang="en-US" sz="1400" dirty="0" err="1">
                <a:solidFill>
                  <a:srgbClr val="2F2F2F"/>
                </a:solidFill>
                <a:latin typeface=""/>
                <a:ea typeface="Lato" pitchFamily="34" charset="-122"/>
                <a:cs typeface="Al Bayan Plain" pitchFamily="2" charset="-78"/>
              </a:rPr>
              <a:t>поиск</a:t>
            </a:r>
            <a:r>
              <a:rPr lang="en-US" sz="1400" dirty="0">
                <a:solidFill>
                  <a:srgbClr val="2F2F2F"/>
                </a:solidFill>
                <a:latin typeface=""/>
                <a:ea typeface="Lato" pitchFamily="34" charset="-122"/>
                <a:cs typeface="Al Bayan Plain" pitchFamily="2" charset="-78"/>
              </a:rPr>
              <a:t> </a:t>
            </a:r>
            <a:r>
              <a:rPr lang="en-US" sz="1400" dirty="0" err="1">
                <a:solidFill>
                  <a:srgbClr val="2F2F2F"/>
                </a:solidFill>
                <a:latin typeface=""/>
                <a:ea typeface="Lato" pitchFamily="34" charset="-122"/>
                <a:cs typeface="Al Bayan Plain" pitchFamily="2" charset="-78"/>
              </a:rPr>
              <a:t>товаров</a:t>
            </a:r>
            <a:r>
              <a:rPr lang="en-US" sz="1400" dirty="0">
                <a:solidFill>
                  <a:srgbClr val="2F2F2F"/>
                </a:solidFill>
                <a:latin typeface=""/>
                <a:ea typeface="Lato" pitchFamily="34" charset="-122"/>
                <a:cs typeface="Al Bayan Plain" pitchFamily="2" charset="-78"/>
              </a:rPr>
              <a:t>, </a:t>
            </a:r>
            <a:r>
              <a:rPr lang="en-US" sz="1400" dirty="0" err="1">
                <a:solidFill>
                  <a:srgbClr val="2F2F2F"/>
                </a:solidFill>
                <a:latin typeface=""/>
                <a:ea typeface="Lato" pitchFamily="34" charset="-122"/>
                <a:cs typeface="Al Bayan Plain" pitchFamily="2" charset="-78"/>
              </a:rPr>
              <a:t>обработка</a:t>
            </a:r>
            <a:r>
              <a:rPr lang="en-US" sz="1400" dirty="0">
                <a:solidFill>
                  <a:srgbClr val="2F2F2F"/>
                </a:solidFill>
                <a:latin typeface=""/>
                <a:ea typeface="Lato" pitchFamily="34" charset="-122"/>
                <a:cs typeface="Al Bayan Plain" pitchFamily="2" charset="-78"/>
              </a:rPr>
              <a:t> </a:t>
            </a:r>
            <a:r>
              <a:rPr lang="en-US" sz="1400" dirty="0" err="1">
                <a:solidFill>
                  <a:srgbClr val="2F2F2F"/>
                </a:solidFill>
                <a:latin typeface=""/>
                <a:ea typeface="Lato" pitchFamily="34" charset="-122"/>
                <a:cs typeface="Al Bayan Plain" pitchFamily="2" charset="-78"/>
              </a:rPr>
              <a:t>заказов</a:t>
            </a:r>
            <a:r>
              <a:rPr lang="en-US" sz="1400" dirty="0">
                <a:solidFill>
                  <a:srgbClr val="2F2F2F"/>
                </a:solidFill>
                <a:latin typeface=""/>
                <a:ea typeface="Lato" pitchFamily="34" charset="-122"/>
                <a:cs typeface="Al Bayan Plain" pitchFamily="2" charset="-78"/>
              </a:rPr>
              <a:t>, </a:t>
            </a:r>
            <a:r>
              <a:rPr lang="en-US" sz="1400" dirty="0" err="1">
                <a:solidFill>
                  <a:srgbClr val="2F2F2F"/>
                </a:solidFill>
                <a:latin typeface=""/>
                <a:ea typeface="Lato" pitchFamily="34" charset="-122"/>
                <a:cs typeface="Al Bayan Plain" pitchFamily="2" charset="-78"/>
              </a:rPr>
              <a:t>предоставление</a:t>
            </a:r>
            <a:r>
              <a:rPr lang="en-US" sz="1400" dirty="0">
                <a:solidFill>
                  <a:srgbClr val="2F2F2F"/>
                </a:solidFill>
                <a:latin typeface=""/>
                <a:ea typeface="Lato" pitchFamily="34" charset="-122"/>
                <a:cs typeface="Al Bayan Plain" pitchFamily="2" charset="-78"/>
              </a:rPr>
              <a:t> </a:t>
            </a:r>
            <a:r>
              <a:rPr lang="en-US" sz="1400" dirty="0" err="1">
                <a:solidFill>
                  <a:srgbClr val="2F2F2F"/>
                </a:solidFill>
                <a:latin typeface=""/>
                <a:ea typeface="Lato" pitchFamily="34" charset="-122"/>
                <a:cs typeface="Al Bayan Plain" pitchFamily="2" charset="-78"/>
              </a:rPr>
              <a:t>рекомендаций</a:t>
            </a:r>
            <a:r>
              <a:rPr lang="en-US" sz="1400" dirty="0">
                <a:solidFill>
                  <a:srgbClr val="2F2F2F"/>
                </a:solidFill>
                <a:latin typeface=""/>
                <a:ea typeface="Lato" pitchFamily="34" charset="-122"/>
                <a:cs typeface="Al Bayan Plain" pitchFamily="2" charset="-78"/>
              </a:rPr>
              <a:t>, </a:t>
            </a:r>
            <a:r>
              <a:rPr lang="en-US" sz="1400" dirty="0" err="1">
                <a:solidFill>
                  <a:srgbClr val="2F2F2F"/>
                </a:solidFill>
                <a:latin typeface=""/>
                <a:ea typeface="Lato" pitchFamily="34" charset="-122"/>
                <a:cs typeface="Al Bayan Plain" pitchFamily="2" charset="-78"/>
              </a:rPr>
              <a:t>управление</a:t>
            </a:r>
            <a:r>
              <a:rPr lang="en-US" sz="1400" dirty="0">
                <a:solidFill>
                  <a:srgbClr val="2F2F2F"/>
                </a:solidFill>
                <a:latin typeface=""/>
                <a:ea typeface="Lato" pitchFamily="34" charset="-122"/>
                <a:cs typeface="Al Bayan Plain" pitchFamily="2" charset="-78"/>
              </a:rPr>
              <a:t> </a:t>
            </a:r>
            <a:r>
              <a:rPr lang="en-US" sz="1400" dirty="0" err="1">
                <a:solidFill>
                  <a:srgbClr val="2F2F2F"/>
                </a:solidFill>
                <a:latin typeface=""/>
                <a:ea typeface="Lato" pitchFamily="34" charset="-122"/>
                <a:cs typeface="Al Bayan Plain" pitchFamily="2" charset="-78"/>
              </a:rPr>
              <a:t>профилями</a:t>
            </a:r>
            <a:r>
              <a:rPr lang="en-US" sz="1400" dirty="0">
                <a:solidFill>
                  <a:srgbClr val="2F2F2F"/>
                </a:solidFill>
                <a:latin typeface=""/>
                <a:ea typeface="Lato" pitchFamily="34" charset="-122"/>
                <a:cs typeface="Al Bayan Plain" pitchFamily="2" charset="-78"/>
              </a:rPr>
              <a:t>.</a:t>
            </a:r>
            <a:endParaRPr lang="en-US" sz="1400" dirty="0">
              <a:latin typeface=""/>
              <a:cs typeface="Al Bayan Plain" pitchFamily="2" charset="-78"/>
            </a:endParaRPr>
          </a:p>
          <a:p>
            <a:pPr marL="0" indent="0">
              <a:lnSpc>
                <a:spcPts val="1800"/>
              </a:lnSpc>
              <a:buNone/>
            </a:pPr>
            <a:endParaRPr lang="ru-RU" sz="1400" dirty="0">
              <a:latin typeface=""/>
              <a:cs typeface="Al Bayan Plain" pitchFamily="2" charset="-78"/>
            </a:endParaRPr>
          </a:p>
          <a:p>
            <a:pPr>
              <a:lnSpc>
                <a:spcPts val="1800"/>
              </a:lnSpc>
            </a:pPr>
            <a:r>
              <a:rPr lang="en-US" sz="1400" b="1" dirty="0" err="1">
                <a:solidFill>
                  <a:srgbClr val="0A2A4E"/>
                </a:solidFill>
                <a:latin typeface=""/>
                <a:ea typeface="Montserrat" pitchFamily="34" charset="-122"/>
                <a:cs typeface="AL BAYAN PLAIN" pitchFamily="2" charset="-78"/>
              </a:rPr>
              <a:t>Стимулируемость</a:t>
            </a:r>
            <a:endParaRPr lang="en-US" sz="1400" dirty="0">
              <a:latin typeface=""/>
              <a:cs typeface="Al Bayan Plain" pitchFamily="2" charset="-78"/>
            </a:endParaRPr>
          </a:p>
          <a:p>
            <a:pPr>
              <a:lnSpc>
                <a:spcPts val="1800"/>
              </a:lnSpc>
            </a:pPr>
            <a:r>
              <a:rPr lang="en-US" sz="1400" dirty="0" err="1">
                <a:solidFill>
                  <a:srgbClr val="2F2F2F"/>
                </a:solidFill>
                <a:latin typeface=""/>
                <a:ea typeface="Lato" pitchFamily="34" charset="-122"/>
                <a:cs typeface="Al Bayan Plain" pitchFamily="2" charset="-78"/>
              </a:rPr>
              <a:t>Система</a:t>
            </a:r>
            <a:r>
              <a:rPr lang="en-US" sz="1400" dirty="0">
                <a:solidFill>
                  <a:srgbClr val="2F2F2F"/>
                </a:solidFill>
                <a:latin typeface=""/>
                <a:ea typeface="Lato" pitchFamily="34" charset="-122"/>
                <a:cs typeface="Al Bayan Plain" pitchFamily="2" charset="-78"/>
              </a:rPr>
              <a:t> </a:t>
            </a:r>
            <a:r>
              <a:rPr lang="en-US" sz="1400" dirty="0" err="1">
                <a:solidFill>
                  <a:srgbClr val="2F2F2F"/>
                </a:solidFill>
                <a:latin typeface=""/>
                <a:ea typeface="Lato" pitchFamily="34" charset="-122"/>
                <a:cs typeface="Al Bayan Plain" pitchFamily="2" charset="-78"/>
              </a:rPr>
              <a:t>реагирует</a:t>
            </a:r>
            <a:r>
              <a:rPr lang="en-US" sz="1400" dirty="0">
                <a:solidFill>
                  <a:srgbClr val="2F2F2F"/>
                </a:solidFill>
                <a:latin typeface=""/>
                <a:ea typeface="Lato" pitchFamily="34" charset="-122"/>
                <a:cs typeface="Al Bayan Plain" pitchFamily="2" charset="-78"/>
              </a:rPr>
              <a:t> </a:t>
            </a:r>
            <a:r>
              <a:rPr lang="en-US" sz="1400" dirty="0" err="1">
                <a:solidFill>
                  <a:srgbClr val="2F2F2F"/>
                </a:solidFill>
                <a:latin typeface=""/>
                <a:ea typeface="Lato" pitchFamily="34" charset="-122"/>
                <a:cs typeface="Al Bayan Plain" pitchFamily="2" charset="-78"/>
              </a:rPr>
              <a:t>на</a:t>
            </a:r>
            <a:r>
              <a:rPr lang="en-US" sz="1400" dirty="0">
                <a:solidFill>
                  <a:srgbClr val="2F2F2F"/>
                </a:solidFill>
                <a:latin typeface=""/>
                <a:ea typeface="Lato" pitchFamily="34" charset="-122"/>
                <a:cs typeface="Al Bayan Plain" pitchFamily="2" charset="-78"/>
              </a:rPr>
              <a:t> </a:t>
            </a:r>
            <a:r>
              <a:rPr lang="en-US" sz="1400" dirty="0" err="1">
                <a:solidFill>
                  <a:srgbClr val="2F2F2F"/>
                </a:solidFill>
                <a:latin typeface=""/>
                <a:ea typeface="Lato" pitchFamily="34" charset="-122"/>
                <a:cs typeface="Al Bayan Plain" pitchFamily="2" charset="-78"/>
              </a:rPr>
              <a:t>внешние</a:t>
            </a:r>
            <a:r>
              <a:rPr lang="en-US" sz="1400" dirty="0">
                <a:solidFill>
                  <a:srgbClr val="2F2F2F"/>
                </a:solidFill>
                <a:latin typeface=""/>
                <a:ea typeface="Lato" pitchFamily="34" charset="-122"/>
                <a:cs typeface="Al Bayan Plain" pitchFamily="2" charset="-78"/>
              </a:rPr>
              <a:t> </a:t>
            </a:r>
            <a:r>
              <a:rPr lang="en-US" sz="1400" dirty="0" err="1">
                <a:solidFill>
                  <a:srgbClr val="2F2F2F"/>
                </a:solidFill>
                <a:latin typeface=""/>
                <a:ea typeface="Lato" pitchFamily="34" charset="-122"/>
                <a:cs typeface="Al Bayan Plain" pitchFamily="2" charset="-78"/>
              </a:rPr>
              <a:t>воздействия</a:t>
            </a:r>
            <a:r>
              <a:rPr lang="en-US" sz="1400" dirty="0">
                <a:solidFill>
                  <a:srgbClr val="2F2F2F"/>
                </a:solidFill>
                <a:latin typeface=""/>
                <a:ea typeface="Lato" pitchFamily="34" charset="-122"/>
                <a:cs typeface="Al Bayan Plain" pitchFamily="2" charset="-78"/>
              </a:rPr>
              <a:t> (</a:t>
            </a:r>
            <a:r>
              <a:rPr lang="en-US" sz="1400" dirty="0" err="1">
                <a:solidFill>
                  <a:srgbClr val="2F2F2F"/>
                </a:solidFill>
                <a:latin typeface=""/>
                <a:ea typeface="Lato" pitchFamily="34" charset="-122"/>
                <a:cs typeface="Al Bayan Plain" pitchFamily="2" charset="-78"/>
              </a:rPr>
              <a:t>клики</a:t>
            </a:r>
            <a:r>
              <a:rPr lang="en-US" sz="1400" dirty="0">
                <a:solidFill>
                  <a:srgbClr val="2F2F2F"/>
                </a:solidFill>
                <a:latin typeface=""/>
                <a:ea typeface="Lato" pitchFamily="34" charset="-122"/>
                <a:cs typeface="Al Bayan Plain" pitchFamily="2" charset="-78"/>
              </a:rPr>
              <a:t> </a:t>
            </a:r>
            <a:r>
              <a:rPr lang="en-US" sz="1400" dirty="0" err="1">
                <a:solidFill>
                  <a:srgbClr val="2F2F2F"/>
                </a:solidFill>
                <a:latin typeface=""/>
                <a:ea typeface="Lato" pitchFamily="34" charset="-122"/>
                <a:cs typeface="Al Bayan Plain" pitchFamily="2" charset="-78"/>
              </a:rPr>
              <a:t>пользователя</a:t>
            </a:r>
            <a:r>
              <a:rPr lang="en-US" sz="1400" dirty="0">
                <a:solidFill>
                  <a:srgbClr val="2F2F2F"/>
                </a:solidFill>
                <a:latin typeface=""/>
                <a:ea typeface="Lato" pitchFamily="34" charset="-122"/>
                <a:cs typeface="Al Bayan Plain" pitchFamily="2" charset="-78"/>
              </a:rPr>
              <a:t>, </a:t>
            </a:r>
            <a:r>
              <a:rPr lang="en-US" sz="1400" dirty="0" err="1">
                <a:solidFill>
                  <a:srgbClr val="2F2F2F"/>
                </a:solidFill>
                <a:latin typeface=""/>
                <a:ea typeface="Lato" pitchFamily="34" charset="-122"/>
                <a:cs typeface="Al Bayan Plain" pitchFamily="2" charset="-78"/>
              </a:rPr>
              <a:t>изменение</a:t>
            </a:r>
            <a:r>
              <a:rPr lang="en-US" sz="1400" dirty="0">
                <a:solidFill>
                  <a:srgbClr val="2F2F2F"/>
                </a:solidFill>
                <a:latin typeface=""/>
                <a:ea typeface="Lato" pitchFamily="34" charset="-122"/>
                <a:cs typeface="Al Bayan Plain" pitchFamily="2" charset="-78"/>
              </a:rPr>
              <a:t> </a:t>
            </a:r>
            <a:r>
              <a:rPr lang="en-US" sz="1400" dirty="0" err="1">
                <a:solidFill>
                  <a:srgbClr val="2F2F2F"/>
                </a:solidFill>
                <a:latin typeface=""/>
                <a:ea typeface="Lato" pitchFamily="34" charset="-122"/>
                <a:cs typeface="Al Bayan Plain" pitchFamily="2" charset="-78"/>
              </a:rPr>
              <a:t>цен</a:t>
            </a:r>
            <a:r>
              <a:rPr lang="en-US" sz="1400" dirty="0">
                <a:solidFill>
                  <a:srgbClr val="2F2F2F"/>
                </a:solidFill>
                <a:latin typeface=""/>
                <a:ea typeface="Lato" pitchFamily="34" charset="-122"/>
                <a:cs typeface="Al Bayan Plain" pitchFamily="2" charset="-78"/>
              </a:rPr>
              <a:t>, </a:t>
            </a:r>
            <a:r>
              <a:rPr lang="en-US" sz="1400" dirty="0" err="1">
                <a:solidFill>
                  <a:srgbClr val="2F2F2F"/>
                </a:solidFill>
                <a:latin typeface=""/>
                <a:ea typeface="Lato" pitchFamily="34" charset="-122"/>
                <a:cs typeface="Al Bayan Plain" pitchFamily="2" charset="-78"/>
              </a:rPr>
              <a:t>новые</a:t>
            </a:r>
            <a:r>
              <a:rPr lang="en-US" sz="1400" dirty="0">
                <a:solidFill>
                  <a:srgbClr val="2F2F2F"/>
                </a:solidFill>
                <a:latin typeface=""/>
                <a:ea typeface="Lato" pitchFamily="34" charset="-122"/>
                <a:cs typeface="Al Bayan Plain" pitchFamily="2" charset="-78"/>
              </a:rPr>
              <a:t> </a:t>
            </a:r>
            <a:r>
              <a:rPr lang="en-US" sz="1400" dirty="0" err="1">
                <a:solidFill>
                  <a:srgbClr val="2F2F2F"/>
                </a:solidFill>
                <a:latin typeface=""/>
                <a:ea typeface="Lato" pitchFamily="34" charset="-122"/>
                <a:cs typeface="Al Bayan Plain" pitchFamily="2" charset="-78"/>
              </a:rPr>
              <a:t>товары</a:t>
            </a:r>
            <a:r>
              <a:rPr lang="en-US" sz="1400" dirty="0">
                <a:solidFill>
                  <a:srgbClr val="2F2F2F"/>
                </a:solidFill>
                <a:latin typeface=""/>
                <a:ea typeface="Lato" pitchFamily="34" charset="-122"/>
                <a:cs typeface="Al Bayan Plain" pitchFamily="2" charset="-78"/>
              </a:rPr>
              <a:t>) </a:t>
            </a:r>
            <a:r>
              <a:rPr lang="en-US" sz="1400" dirty="0" err="1">
                <a:solidFill>
                  <a:srgbClr val="2F2F2F"/>
                </a:solidFill>
                <a:latin typeface=""/>
                <a:ea typeface="Lato" pitchFamily="34" charset="-122"/>
                <a:cs typeface="Al Bayan Plain" pitchFamily="2" charset="-78"/>
              </a:rPr>
              <a:t>и</a:t>
            </a:r>
            <a:r>
              <a:rPr lang="en-US" sz="1400" dirty="0">
                <a:solidFill>
                  <a:srgbClr val="2F2F2F"/>
                </a:solidFill>
                <a:latin typeface=""/>
                <a:ea typeface="Lato" pitchFamily="34" charset="-122"/>
                <a:cs typeface="Al Bayan Plain" pitchFamily="2" charset="-78"/>
              </a:rPr>
              <a:t> </a:t>
            </a:r>
            <a:r>
              <a:rPr lang="en-US" sz="1400" dirty="0" err="1">
                <a:solidFill>
                  <a:srgbClr val="2F2F2F"/>
                </a:solidFill>
                <a:latin typeface=""/>
                <a:ea typeface="Lato" pitchFamily="34" charset="-122"/>
                <a:cs typeface="Al Bayan Plain" pitchFamily="2" charset="-78"/>
              </a:rPr>
              <a:t>адаптирует</a:t>
            </a:r>
            <a:r>
              <a:rPr lang="en-US" sz="1400" dirty="0">
                <a:solidFill>
                  <a:srgbClr val="2F2F2F"/>
                </a:solidFill>
                <a:latin typeface=""/>
                <a:ea typeface="Lato" pitchFamily="34" charset="-122"/>
                <a:cs typeface="Al Bayan Plain" pitchFamily="2" charset="-78"/>
              </a:rPr>
              <a:t> </a:t>
            </a:r>
            <a:r>
              <a:rPr lang="en-US" sz="1400" dirty="0" err="1">
                <a:solidFill>
                  <a:srgbClr val="2F2F2F"/>
                </a:solidFill>
                <a:latin typeface=""/>
                <a:ea typeface="Lato" pitchFamily="34" charset="-122"/>
                <a:cs typeface="Al Bayan Plain" pitchFamily="2" charset="-78"/>
              </a:rPr>
              <a:t>своё</a:t>
            </a:r>
            <a:r>
              <a:rPr lang="en-US" sz="1400" dirty="0">
                <a:solidFill>
                  <a:srgbClr val="2F2F2F"/>
                </a:solidFill>
                <a:latin typeface=""/>
                <a:ea typeface="Lato" pitchFamily="34" charset="-122"/>
                <a:cs typeface="Al Bayan Plain" pitchFamily="2" charset="-78"/>
              </a:rPr>
              <a:t> </a:t>
            </a:r>
            <a:r>
              <a:rPr lang="en-US" sz="1400" dirty="0" err="1">
                <a:solidFill>
                  <a:srgbClr val="2F2F2F"/>
                </a:solidFill>
                <a:latin typeface=""/>
                <a:ea typeface="Lato" pitchFamily="34" charset="-122"/>
                <a:cs typeface="Al Bayan Plain" pitchFamily="2" charset="-78"/>
              </a:rPr>
              <a:t>поведение</a:t>
            </a:r>
            <a:r>
              <a:rPr lang="en-US" sz="1400" dirty="0">
                <a:solidFill>
                  <a:srgbClr val="2F2F2F"/>
                </a:solidFill>
                <a:latin typeface=""/>
                <a:ea typeface="Lato" pitchFamily="34" charset="-122"/>
                <a:cs typeface="Al Bayan Plain" pitchFamily="2" charset="-78"/>
              </a:rPr>
              <a:t>.</a:t>
            </a:r>
            <a:endParaRPr lang="en-US" sz="1400" dirty="0">
              <a:latin typeface=""/>
              <a:cs typeface="Al Bayan Plain" pitchFamily="2" charset="-78"/>
            </a:endParaRPr>
          </a:p>
          <a:p>
            <a:pPr marL="0" indent="0">
              <a:lnSpc>
                <a:spcPts val="1800"/>
              </a:lnSpc>
              <a:buNone/>
            </a:pPr>
            <a:endParaRPr lang="ru-RU" sz="1400" dirty="0">
              <a:latin typeface=""/>
              <a:cs typeface="Al Bayan Plain" pitchFamily="2" charset="-78"/>
            </a:endParaRPr>
          </a:p>
          <a:p>
            <a:pPr>
              <a:lnSpc>
                <a:spcPts val="1800"/>
              </a:lnSpc>
            </a:pPr>
            <a:r>
              <a:rPr lang="en-US" sz="1400" b="1" dirty="0" err="1">
                <a:solidFill>
                  <a:srgbClr val="0A2A4E"/>
                </a:solidFill>
                <a:latin typeface=""/>
                <a:ea typeface="Montserrat" pitchFamily="34" charset="-122"/>
                <a:cs typeface="AL BAYAN PLAIN" pitchFamily="2" charset="-78"/>
              </a:rPr>
              <a:t>Изменчивость</a:t>
            </a:r>
            <a:r>
              <a:rPr lang="en-US" sz="1400" b="1" dirty="0">
                <a:solidFill>
                  <a:srgbClr val="0A2A4E"/>
                </a:solidFill>
                <a:latin typeface=""/>
                <a:ea typeface="Montserrat" pitchFamily="34" charset="-122"/>
                <a:cs typeface="AL BAYAN PLAIN" pitchFamily="2" charset="-78"/>
              </a:rPr>
              <a:t> </a:t>
            </a:r>
            <a:r>
              <a:rPr lang="en-US" sz="1400" b="1" dirty="0" err="1">
                <a:solidFill>
                  <a:srgbClr val="0A2A4E"/>
                </a:solidFill>
                <a:latin typeface=""/>
                <a:ea typeface="Montserrat" pitchFamily="34" charset="-122"/>
                <a:cs typeface="AL BAYAN PLAIN" pitchFamily="2" charset="-78"/>
              </a:rPr>
              <a:t>системы</a:t>
            </a:r>
            <a:endParaRPr lang="en-US" sz="1400" dirty="0">
              <a:latin typeface=""/>
              <a:cs typeface="Al Bayan Plain" pitchFamily="2" charset="-78"/>
            </a:endParaRPr>
          </a:p>
          <a:p>
            <a:pPr>
              <a:lnSpc>
                <a:spcPts val="1800"/>
              </a:lnSpc>
            </a:pPr>
            <a:r>
              <a:rPr lang="en-US" sz="1400" dirty="0" err="1">
                <a:solidFill>
                  <a:srgbClr val="2F2F2F"/>
                </a:solidFill>
                <a:latin typeface=""/>
                <a:ea typeface="Lato" pitchFamily="34" charset="-122"/>
                <a:cs typeface="Al Bayan Plain" pitchFamily="2" charset="-78"/>
              </a:rPr>
              <a:t>Маркетплейс</a:t>
            </a:r>
            <a:r>
              <a:rPr lang="en-US" sz="1400" dirty="0">
                <a:solidFill>
                  <a:srgbClr val="2F2F2F"/>
                </a:solidFill>
                <a:latin typeface=""/>
                <a:ea typeface="Lato" pitchFamily="34" charset="-122"/>
                <a:cs typeface="Al Bayan Plain" pitchFamily="2" charset="-78"/>
              </a:rPr>
              <a:t> </a:t>
            </a:r>
            <a:r>
              <a:rPr lang="en-US" sz="1400" dirty="0" err="1">
                <a:solidFill>
                  <a:srgbClr val="2F2F2F"/>
                </a:solidFill>
                <a:latin typeface=""/>
                <a:ea typeface="Lato" pitchFamily="34" charset="-122"/>
                <a:cs typeface="Al Bayan Plain" pitchFamily="2" charset="-78"/>
              </a:rPr>
              <a:t>постоянно</a:t>
            </a:r>
            <a:r>
              <a:rPr lang="en-US" sz="1400" dirty="0">
                <a:solidFill>
                  <a:srgbClr val="2F2F2F"/>
                </a:solidFill>
                <a:latin typeface=""/>
                <a:ea typeface="Lato" pitchFamily="34" charset="-122"/>
                <a:cs typeface="Al Bayan Plain" pitchFamily="2" charset="-78"/>
              </a:rPr>
              <a:t> </a:t>
            </a:r>
            <a:r>
              <a:rPr lang="en-US" sz="1400" dirty="0" err="1">
                <a:solidFill>
                  <a:srgbClr val="2F2F2F"/>
                </a:solidFill>
                <a:latin typeface=""/>
                <a:ea typeface="Lato" pitchFamily="34" charset="-122"/>
                <a:cs typeface="Al Bayan Plain" pitchFamily="2" charset="-78"/>
              </a:rPr>
              <a:t>развивается</a:t>
            </a:r>
            <a:r>
              <a:rPr lang="en-US" sz="1400" dirty="0">
                <a:solidFill>
                  <a:srgbClr val="2F2F2F"/>
                </a:solidFill>
                <a:latin typeface=""/>
                <a:ea typeface="Lato" pitchFamily="34" charset="-122"/>
                <a:cs typeface="Al Bayan Plain" pitchFamily="2" charset="-78"/>
              </a:rPr>
              <a:t>, </a:t>
            </a:r>
            <a:r>
              <a:rPr lang="en-US" sz="1400" dirty="0" err="1">
                <a:solidFill>
                  <a:srgbClr val="2F2F2F"/>
                </a:solidFill>
                <a:latin typeface=""/>
                <a:ea typeface="Lato" pitchFamily="34" charset="-122"/>
                <a:cs typeface="Al Bayan Plain" pitchFamily="2" charset="-78"/>
              </a:rPr>
              <a:t>добавляются</a:t>
            </a:r>
            <a:r>
              <a:rPr lang="en-US" sz="1400" dirty="0">
                <a:solidFill>
                  <a:srgbClr val="2F2F2F"/>
                </a:solidFill>
                <a:latin typeface=""/>
                <a:ea typeface="Lato" pitchFamily="34" charset="-122"/>
                <a:cs typeface="Al Bayan Plain" pitchFamily="2" charset="-78"/>
              </a:rPr>
              <a:t> </a:t>
            </a:r>
            <a:r>
              <a:rPr lang="en-US" sz="1400" dirty="0" err="1">
                <a:solidFill>
                  <a:srgbClr val="2F2F2F"/>
                </a:solidFill>
                <a:latin typeface=""/>
                <a:ea typeface="Lato" pitchFamily="34" charset="-122"/>
                <a:cs typeface="Al Bayan Plain" pitchFamily="2" charset="-78"/>
              </a:rPr>
              <a:t>новые</a:t>
            </a:r>
            <a:r>
              <a:rPr lang="en-US" sz="1400" dirty="0">
                <a:solidFill>
                  <a:srgbClr val="2F2F2F"/>
                </a:solidFill>
                <a:latin typeface=""/>
                <a:ea typeface="Lato" pitchFamily="34" charset="-122"/>
                <a:cs typeface="Al Bayan Plain" pitchFamily="2" charset="-78"/>
              </a:rPr>
              <a:t> </a:t>
            </a:r>
            <a:r>
              <a:rPr lang="en-US" sz="1400" dirty="0" err="1">
                <a:solidFill>
                  <a:srgbClr val="2F2F2F"/>
                </a:solidFill>
                <a:latin typeface=""/>
                <a:ea typeface="Lato" pitchFamily="34" charset="-122"/>
                <a:cs typeface="Al Bayan Plain" pitchFamily="2" charset="-78"/>
              </a:rPr>
              <a:t>функции</a:t>
            </a:r>
            <a:r>
              <a:rPr lang="en-US" sz="1400" dirty="0">
                <a:solidFill>
                  <a:srgbClr val="2F2F2F"/>
                </a:solidFill>
                <a:latin typeface=""/>
                <a:ea typeface="Lato" pitchFamily="34" charset="-122"/>
                <a:cs typeface="Al Bayan Plain" pitchFamily="2" charset="-78"/>
              </a:rPr>
              <a:t>, </a:t>
            </a:r>
            <a:r>
              <a:rPr lang="en-US" sz="1400" dirty="0" err="1">
                <a:solidFill>
                  <a:srgbClr val="2F2F2F"/>
                </a:solidFill>
                <a:latin typeface=""/>
                <a:ea typeface="Lato" pitchFamily="34" charset="-122"/>
                <a:cs typeface="Al Bayan Plain" pitchFamily="2" charset="-78"/>
              </a:rPr>
              <a:t>улучшаются</a:t>
            </a:r>
            <a:r>
              <a:rPr lang="en-US" sz="1400" dirty="0">
                <a:solidFill>
                  <a:srgbClr val="2F2F2F"/>
                </a:solidFill>
                <a:latin typeface=""/>
                <a:ea typeface="Lato" pitchFamily="34" charset="-122"/>
                <a:cs typeface="Al Bayan Plain" pitchFamily="2" charset="-78"/>
              </a:rPr>
              <a:t> </a:t>
            </a:r>
            <a:r>
              <a:rPr lang="en-US" sz="1400" dirty="0" err="1">
                <a:solidFill>
                  <a:srgbClr val="2F2F2F"/>
                </a:solidFill>
                <a:latin typeface=""/>
                <a:ea typeface="Lato" pitchFamily="34" charset="-122"/>
                <a:cs typeface="Al Bayan Plain" pitchFamily="2" charset="-78"/>
              </a:rPr>
              <a:t>алгоритмы</a:t>
            </a:r>
            <a:r>
              <a:rPr lang="en-US" sz="1400" dirty="0">
                <a:solidFill>
                  <a:srgbClr val="2F2F2F"/>
                </a:solidFill>
                <a:latin typeface=""/>
                <a:ea typeface="Lato" pitchFamily="34" charset="-122"/>
                <a:cs typeface="Al Bayan Plain" pitchFamily="2" charset="-78"/>
              </a:rPr>
              <a:t>, </a:t>
            </a:r>
            <a:r>
              <a:rPr lang="en-US" sz="1400" dirty="0" err="1">
                <a:solidFill>
                  <a:srgbClr val="2F2F2F"/>
                </a:solidFill>
                <a:latin typeface=""/>
                <a:ea typeface="Lato" pitchFamily="34" charset="-122"/>
                <a:cs typeface="Al Bayan Plain" pitchFamily="2" charset="-78"/>
              </a:rPr>
              <a:t>изменяется</a:t>
            </a:r>
            <a:r>
              <a:rPr lang="en-US" sz="1400" dirty="0">
                <a:solidFill>
                  <a:srgbClr val="2F2F2F"/>
                </a:solidFill>
                <a:latin typeface=""/>
                <a:ea typeface="Lato" pitchFamily="34" charset="-122"/>
                <a:cs typeface="Al Bayan Plain" pitchFamily="2" charset="-78"/>
              </a:rPr>
              <a:t> </a:t>
            </a:r>
            <a:r>
              <a:rPr lang="en-US" sz="1400" dirty="0" err="1">
                <a:solidFill>
                  <a:srgbClr val="2F2F2F"/>
                </a:solidFill>
                <a:latin typeface=""/>
                <a:ea typeface="Lato" pitchFamily="34" charset="-122"/>
                <a:cs typeface="Al Bayan Plain" pitchFamily="2" charset="-78"/>
              </a:rPr>
              <a:t>пользовательский</a:t>
            </a:r>
            <a:r>
              <a:rPr lang="en-US" sz="1400" dirty="0">
                <a:solidFill>
                  <a:srgbClr val="2F2F2F"/>
                </a:solidFill>
                <a:latin typeface=""/>
                <a:ea typeface="Lato" pitchFamily="34" charset="-122"/>
                <a:cs typeface="Al Bayan Plain" pitchFamily="2" charset="-78"/>
              </a:rPr>
              <a:t> </a:t>
            </a:r>
            <a:r>
              <a:rPr lang="en-US" sz="1400" dirty="0" err="1">
                <a:solidFill>
                  <a:srgbClr val="2F2F2F"/>
                </a:solidFill>
                <a:latin typeface=""/>
                <a:ea typeface="Lato" pitchFamily="34" charset="-122"/>
                <a:cs typeface="Al Bayan Plain" pitchFamily="2" charset="-78"/>
              </a:rPr>
              <a:t>интерфейс</a:t>
            </a:r>
            <a:r>
              <a:rPr lang="en-US" sz="1400" dirty="0">
                <a:solidFill>
                  <a:srgbClr val="2F2F2F"/>
                </a:solidFill>
                <a:latin typeface=""/>
                <a:ea typeface="Lato" pitchFamily="34" charset="-122"/>
                <a:cs typeface="Al Bayan Plain" pitchFamily="2" charset="-78"/>
              </a:rPr>
              <a:t>.</a:t>
            </a:r>
            <a:endParaRPr lang="en-US" sz="1400" dirty="0">
              <a:latin typeface=""/>
              <a:cs typeface="Al Bayan Plain" pitchFamily="2" charset="-78"/>
            </a:endParaRPr>
          </a:p>
          <a:p>
            <a:pPr marL="0" indent="0">
              <a:lnSpc>
                <a:spcPts val="1800"/>
              </a:lnSpc>
              <a:buNone/>
            </a:pPr>
            <a:endParaRPr lang="ru-RU" sz="1400" dirty="0">
              <a:latin typeface=""/>
              <a:cs typeface="Al Bayan Plain" pitchFamily="2" charset="-78"/>
            </a:endParaRPr>
          </a:p>
          <a:p>
            <a:pPr>
              <a:lnSpc>
                <a:spcPts val="1800"/>
              </a:lnSpc>
            </a:pPr>
            <a:r>
              <a:rPr lang="en-US" sz="1400" b="1" dirty="0" err="1">
                <a:solidFill>
                  <a:srgbClr val="0A2A4E"/>
                </a:solidFill>
                <a:latin typeface=""/>
                <a:ea typeface="Montserrat" pitchFamily="34" charset="-122"/>
                <a:cs typeface="AL BAYAN PLAIN" pitchFamily="2" charset="-78"/>
              </a:rPr>
              <a:t>Существование</a:t>
            </a:r>
            <a:r>
              <a:rPr lang="en-US" sz="1400" b="1" dirty="0">
                <a:solidFill>
                  <a:srgbClr val="0A2A4E"/>
                </a:solidFill>
                <a:latin typeface=""/>
                <a:ea typeface="Montserrat" pitchFamily="34" charset="-122"/>
                <a:cs typeface="AL BAYAN PLAIN" pitchFamily="2" charset="-78"/>
              </a:rPr>
              <a:t> </a:t>
            </a:r>
            <a:r>
              <a:rPr lang="en-US" sz="1400" b="1" dirty="0" err="1">
                <a:solidFill>
                  <a:srgbClr val="0A2A4E"/>
                </a:solidFill>
                <a:latin typeface=""/>
                <a:ea typeface="Montserrat" pitchFamily="34" charset="-122"/>
                <a:cs typeface="AL BAYAN PLAIN" pitchFamily="2" charset="-78"/>
              </a:rPr>
              <a:t>в</a:t>
            </a:r>
            <a:r>
              <a:rPr lang="en-US" sz="1400" b="1" dirty="0">
                <a:solidFill>
                  <a:srgbClr val="0A2A4E"/>
                </a:solidFill>
                <a:latin typeface=""/>
                <a:ea typeface="Montserrat" pitchFamily="34" charset="-122"/>
                <a:cs typeface="AL BAYAN PLAIN" pitchFamily="2" charset="-78"/>
              </a:rPr>
              <a:t> </a:t>
            </a:r>
            <a:r>
              <a:rPr lang="en-US" sz="1400" b="1" dirty="0" err="1">
                <a:solidFill>
                  <a:srgbClr val="0A2A4E"/>
                </a:solidFill>
                <a:latin typeface=""/>
                <a:ea typeface="Montserrat" pitchFamily="34" charset="-122"/>
                <a:cs typeface="AL BAYAN PLAIN" pitchFamily="2" charset="-78"/>
              </a:rPr>
              <a:t>изменяющейся</a:t>
            </a:r>
            <a:r>
              <a:rPr lang="en-US" sz="1400" b="1" dirty="0">
                <a:solidFill>
                  <a:srgbClr val="0A2A4E"/>
                </a:solidFill>
                <a:latin typeface=""/>
                <a:ea typeface="Montserrat" pitchFamily="34" charset="-122"/>
                <a:cs typeface="AL BAYAN PLAIN" pitchFamily="2" charset="-78"/>
              </a:rPr>
              <a:t> </a:t>
            </a:r>
            <a:r>
              <a:rPr lang="en-US" sz="1400" b="1" dirty="0" err="1">
                <a:solidFill>
                  <a:srgbClr val="0A2A4E"/>
                </a:solidFill>
                <a:latin typeface=""/>
                <a:ea typeface="Montserrat" pitchFamily="34" charset="-122"/>
                <a:cs typeface="AL BAYAN PLAIN" pitchFamily="2" charset="-78"/>
              </a:rPr>
              <a:t>среде</a:t>
            </a:r>
            <a:endParaRPr lang="en-US" sz="1400" dirty="0">
              <a:latin typeface=""/>
              <a:cs typeface="Al Bayan Plain" pitchFamily="2" charset="-78"/>
            </a:endParaRPr>
          </a:p>
          <a:p>
            <a:pPr>
              <a:lnSpc>
                <a:spcPts val="1800"/>
              </a:lnSpc>
            </a:pPr>
            <a:r>
              <a:rPr lang="en-US" sz="1400" dirty="0" err="1">
                <a:solidFill>
                  <a:srgbClr val="2F2F2F"/>
                </a:solidFill>
                <a:latin typeface=""/>
                <a:ea typeface="Lato" pitchFamily="34" charset="-122"/>
                <a:cs typeface="Al Bayan Plain" pitchFamily="2" charset="-78"/>
              </a:rPr>
              <a:t>Система</a:t>
            </a:r>
            <a:r>
              <a:rPr lang="en-US" sz="1400" dirty="0">
                <a:solidFill>
                  <a:srgbClr val="2F2F2F"/>
                </a:solidFill>
                <a:latin typeface=""/>
                <a:ea typeface="Lato" pitchFamily="34" charset="-122"/>
                <a:cs typeface="Al Bayan Plain" pitchFamily="2" charset="-78"/>
              </a:rPr>
              <a:t> </a:t>
            </a:r>
            <a:r>
              <a:rPr lang="en-US" sz="1400" dirty="0" err="1">
                <a:solidFill>
                  <a:srgbClr val="2F2F2F"/>
                </a:solidFill>
                <a:latin typeface=""/>
                <a:ea typeface="Lato" pitchFamily="34" charset="-122"/>
                <a:cs typeface="Al Bayan Plain" pitchFamily="2" charset="-78"/>
              </a:rPr>
              <a:t>функционирует</a:t>
            </a:r>
            <a:r>
              <a:rPr lang="en-US" sz="1400" dirty="0">
                <a:solidFill>
                  <a:srgbClr val="2F2F2F"/>
                </a:solidFill>
                <a:latin typeface=""/>
                <a:ea typeface="Lato" pitchFamily="34" charset="-122"/>
                <a:cs typeface="Al Bayan Plain" pitchFamily="2" charset="-78"/>
              </a:rPr>
              <a:t> </a:t>
            </a:r>
            <a:r>
              <a:rPr lang="en-US" sz="1400" dirty="0" err="1">
                <a:solidFill>
                  <a:srgbClr val="2F2F2F"/>
                </a:solidFill>
                <a:latin typeface=""/>
                <a:ea typeface="Lato" pitchFamily="34" charset="-122"/>
                <a:cs typeface="Al Bayan Plain" pitchFamily="2" charset="-78"/>
              </a:rPr>
              <a:t>в</a:t>
            </a:r>
            <a:r>
              <a:rPr lang="en-US" sz="1400" dirty="0">
                <a:solidFill>
                  <a:srgbClr val="2F2F2F"/>
                </a:solidFill>
                <a:latin typeface=""/>
                <a:ea typeface="Lato" pitchFamily="34" charset="-122"/>
                <a:cs typeface="Al Bayan Plain" pitchFamily="2" charset="-78"/>
              </a:rPr>
              <a:t> </a:t>
            </a:r>
            <a:r>
              <a:rPr lang="en-US" sz="1400" dirty="0" err="1">
                <a:solidFill>
                  <a:srgbClr val="2F2F2F"/>
                </a:solidFill>
                <a:latin typeface=""/>
                <a:ea typeface="Lato" pitchFamily="34" charset="-122"/>
                <a:cs typeface="Al Bayan Plain" pitchFamily="2" charset="-78"/>
              </a:rPr>
              <a:t>динамичной</a:t>
            </a:r>
            <a:r>
              <a:rPr lang="en-US" sz="1400" dirty="0">
                <a:solidFill>
                  <a:srgbClr val="2F2F2F"/>
                </a:solidFill>
                <a:latin typeface=""/>
                <a:ea typeface="Lato" pitchFamily="34" charset="-122"/>
                <a:cs typeface="Al Bayan Plain" pitchFamily="2" charset="-78"/>
              </a:rPr>
              <a:t> </a:t>
            </a:r>
            <a:r>
              <a:rPr lang="en-US" sz="1400" dirty="0" err="1">
                <a:solidFill>
                  <a:srgbClr val="2F2F2F"/>
                </a:solidFill>
                <a:latin typeface=""/>
                <a:ea typeface="Lato" pitchFamily="34" charset="-122"/>
                <a:cs typeface="Al Bayan Plain" pitchFamily="2" charset="-78"/>
              </a:rPr>
              <a:t>рыночной</a:t>
            </a:r>
            <a:r>
              <a:rPr lang="en-US" sz="1400" dirty="0">
                <a:solidFill>
                  <a:srgbClr val="2F2F2F"/>
                </a:solidFill>
                <a:latin typeface=""/>
                <a:ea typeface="Lato" pitchFamily="34" charset="-122"/>
                <a:cs typeface="Al Bayan Plain" pitchFamily="2" charset="-78"/>
              </a:rPr>
              <a:t> </a:t>
            </a:r>
            <a:r>
              <a:rPr lang="en-US" sz="1400" dirty="0" err="1">
                <a:solidFill>
                  <a:srgbClr val="2F2F2F"/>
                </a:solidFill>
                <a:latin typeface=""/>
                <a:ea typeface="Lato" pitchFamily="34" charset="-122"/>
                <a:cs typeface="Al Bayan Plain" pitchFamily="2" charset="-78"/>
              </a:rPr>
              <a:t>среде</a:t>
            </a:r>
            <a:r>
              <a:rPr lang="en-US" sz="1400" dirty="0">
                <a:solidFill>
                  <a:srgbClr val="2F2F2F"/>
                </a:solidFill>
                <a:latin typeface=""/>
                <a:ea typeface="Lato" pitchFamily="34" charset="-122"/>
                <a:cs typeface="Al Bayan Plain" pitchFamily="2" charset="-78"/>
              </a:rPr>
              <a:t>, </a:t>
            </a:r>
            <a:r>
              <a:rPr lang="en-US" sz="1400" dirty="0" err="1">
                <a:solidFill>
                  <a:srgbClr val="2F2F2F"/>
                </a:solidFill>
                <a:latin typeface=""/>
                <a:ea typeface="Lato" pitchFamily="34" charset="-122"/>
                <a:cs typeface="Al Bayan Plain" pitchFamily="2" charset="-78"/>
              </a:rPr>
              <a:t>где</a:t>
            </a:r>
            <a:r>
              <a:rPr lang="en-US" sz="1400" dirty="0">
                <a:solidFill>
                  <a:srgbClr val="2F2F2F"/>
                </a:solidFill>
                <a:latin typeface=""/>
                <a:ea typeface="Lato" pitchFamily="34" charset="-122"/>
                <a:cs typeface="Al Bayan Plain" pitchFamily="2" charset="-78"/>
              </a:rPr>
              <a:t> </a:t>
            </a:r>
            <a:r>
              <a:rPr lang="en-US" sz="1400" dirty="0" err="1">
                <a:solidFill>
                  <a:srgbClr val="2F2F2F"/>
                </a:solidFill>
                <a:latin typeface=""/>
                <a:ea typeface="Lato" pitchFamily="34" charset="-122"/>
                <a:cs typeface="Al Bayan Plain" pitchFamily="2" charset="-78"/>
              </a:rPr>
              <a:t>меняются</a:t>
            </a:r>
            <a:r>
              <a:rPr lang="en-US" sz="1400" dirty="0">
                <a:solidFill>
                  <a:srgbClr val="2F2F2F"/>
                </a:solidFill>
                <a:latin typeface=""/>
                <a:ea typeface="Lato" pitchFamily="34" charset="-122"/>
                <a:cs typeface="Al Bayan Plain" pitchFamily="2" charset="-78"/>
              </a:rPr>
              <a:t> </a:t>
            </a:r>
            <a:r>
              <a:rPr lang="en-US" sz="1400" dirty="0" err="1">
                <a:solidFill>
                  <a:srgbClr val="2F2F2F"/>
                </a:solidFill>
                <a:latin typeface=""/>
                <a:ea typeface="Lato" pitchFamily="34" charset="-122"/>
                <a:cs typeface="Al Bayan Plain" pitchFamily="2" charset="-78"/>
              </a:rPr>
              <a:t>предпочтения</a:t>
            </a:r>
            <a:r>
              <a:rPr lang="en-US" sz="1400" dirty="0">
                <a:solidFill>
                  <a:srgbClr val="2F2F2F"/>
                </a:solidFill>
                <a:latin typeface=""/>
                <a:ea typeface="Lato" pitchFamily="34" charset="-122"/>
                <a:cs typeface="Al Bayan Plain" pitchFamily="2" charset="-78"/>
              </a:rPr>
              <a:t> </a:t>
            </a:r>
            <a:r>
              <a:rPr lang="en-US" sz="1400" dirty="0" err="1">
                <a:solidFill>
                  <a:srgbClr val="2F2F2F"/>
                </a:solidFill>
                <a:latin typeface=""/>
                <a:ea typeface="Lato" pitchFamily="34" charset="-122"/>
                <a:cs typeface="Al Bayan Plain" pitchFamily="2" charset="-78"/>
              </a:rPr>
              <a:t>пользователей</a:t>
            </a:r>
            <a:r>
              <a:rPr lang="en-US" sz="1400" dirty="0">
                <a:solidFill>
                  <a:srgbClr val="2F2F2F"/>
                </a:solidFill>
                <a:latin typeface=""/>
                <a:ea typeface="Lato" pitchFamily="34" charset="-122"/>
                <a:cs typeface="Al Bayan Plain" pitchFamily="2" charset="-78"/>
              </a:rPr>
              <a:t> </a:t>
            </a:r>
            <a:r>
              <a:rPr lang="en-US" sz="1400" dirty="0" err="1">
                <a:solidFill>
                  <a:srgbClr val="2F2F2F"/>
                </a:solidFill>
                <a:latin typeface=""/>
                <a:ea typeface="Lato" pitchFamily="34" charset="-122"/>
                <a:cs typeface="Al Bayan Plain" pitchFamily="2" charset="-78"/>
              </a:rPr>
              <a:t>и</a:t>
            </a:r>
            <a:r>
              <a:rPr lang="en-US" sz="1400" dirty="0">
                <a:solidFill>
                  <a:srgbClr val="2F2F2F"/>
                </a:solidFill>
                <a:latin typeface=""/>
                <a:ea typeface="Lato" pitchFamily="34" charset="-122"/>
                <a:cs typeface="Al Bayan Plain" pitchFamily="2" charset="-78"/>
              </a:rPr>
              <a:t> </a:t>
            </a:r>
            <a:r>
              <a:rPr lang="en-US" sz="1400" dirty="0" err="1">
                <a:solidFill>
                  <a:srgbClr val="2F2F2F"/>
                </a:solidFill>
                <a:latin typeface=""/>
                <a:ea typeface="Lato" pitchFamily="34" charset="-122"/>
                <a:cs typeface="Al Bayan Plain" pitchFamily="2" charset="-78"/>
              </a:rPr>
              <a:t>появляются</a:t>
            </a:r>
            <a:r>
              <a:rPr lang="en-US" sz="1400" dirty="0">
                <a:solidFill>
                  <a:srgbClr val="2F2F2F"/>
                </a:solidFill>
                <a:latin typeface=""/>
                <a:ea typeface="Lato" pitchFamily="34" charset="-122"/>
                <a:cs typeface="Al Bayan Plain" pitchFamily="2" charset="-78"/>
              </a:rPr>
              <a:t> </a:t>
            </a:r>
            <a:r>
              <a:rPr lang="en-US" sz="1400" dirty="0" err="1">
                <a:solidFill>
                  <a:srgbClr val="2F2F2F"/>
                </a:solidFill>
                <a:latin typeface=""/>
                <a:ea typeface="Lato" pitchFamily="34" charset="-122"/>
                <a:cs typeface="Al Bayan Plain" pitchFamily="2" charset="-78"/>
              </a:rPr>
              <a:t>новые</a:t>
            </a:r>
            <a:r>
              <a:rPr lang="en-US" sz="1400" dirty="0">
                <a:solidFill>
                  <a:srgbClr val="2F2F2F"/>
                </a:solidFill>
                <a:latin typeface=""/>
                <a:ea typeface="Lato" pitchFamily="34" charset="-122"/>
                <a:cs typeface="Al Bayan Plain" pitchFamily="2" charset="-78"/>
              </a:rPr>
              <a:t> </a:t>
            </a:r>
            <a:r>
              <a:rPr lang="en-US" sz="1400" dirty="0" err="1">
                <a:solidFill>
                  <a:srgbClr val="2F2F2F"/>
                </a:solidFill>
                <a:latin typeface=""/>
                <a:ea typeface="Lato" pitchFamily="34" charset="-122"/>
                <a:cs typeface="Al Bayan Plain" pitchFamily="2" charset="-78"/>
              </a:rPr>
              <a:t>конкуренты</a:t>
            </a:r>
            <a:r>
              <a:rPr lang="en-US" sz="1400" dirty="0">
                <a:solidFill>
                  <a:srgbClr val="2F2F2F"/>
                </a:solidFill>
                <a:latin typeface=""/>
                <a:ea typeface="Lato" pitchFamily="34" charset="-122"/>
                <a:cs typeface="Al Bayan Plain" pitchFamily="2" charset="-78"/>
              </a:rPr>
              <a:t>.</a:t>
            </a:r>
            <a:endParaRPr lang="en-US" sz="1400" dirty="0">
              <a:latin typeface=""/>
              <a:cs typeface="Al Bayan Plain" pitchFamily="2" charset="-78"/>
            </a:endParaRPr>
          </a:p>
          <a:p>
            <a:pPr marL="0" indent="0">
              <a:lnSpc>
                <a:spcPts val="1800"/>
              </a:lnSpc>
              <a:buNone/>
            </a:pPr>
            <a:endParaRPr lang="en-US" sz="1400" dirty="0">
              <a:latin typeface=""/>
              <a:cs typeface="Al Bayan Plain" pitchFamily="2" charset="-7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762000"/>
            <a:ext cx="914400" cy="381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1028700"/>
            <a:ext cx="11277600" cy="13716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1524000"/>
            <a:ext cx="342900" cy="3810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3162300"/>
            <a:ext cx="5524500" cy="14478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10300" y="3162300"/>
            <a:ext cx="5524500" cy="14478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7200" y="4838700"/>
            <a:ext cx="5524500" cy="14097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10300" y="4838700"/>
            <a:ext cx="5524500" cy="1409700"/>
          </a:xfrm>
          <a:prstGeom prst="rect">
            <a:avLst/>
          </a:prstGeom>
        </p:spPr>
      </p:pic>
      <p:sp>
        <p:nvSpPr>
          <p:cNvPr id="14" name="Text 0"/>
          <p:cNvSpPr/>
          <p:nvPr/>
        </p:nvSpPr>
        <p:spPr>
          <a:xfrm>
            <a:off x="457200" y="304800"/>
            <a:ext cx="1240536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3000"/>
              </a:lnSpc>
              <a:buNone/>
            </a:pPr>
            <a:r>
              <a:rPr lang="en-US" sz="2426" b="1" dirty="0">
                <a:solidFill>
                  <a:srgbClr val="0A2A4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Цели и назначение: Система в целом</a:t>
            </a:r>
            <a:endParaRPr lang="en-US" sz="2426" dirty="0"/>
          </a:p>
        </p:txBody>
      </p:sp>
      <p:sp>
        <p:nvSpPr>
          <p:cNvPr id="15" name="Text 1"/>
          <p:cNvSpPr/>
          <p:nvPr/>
        </p:nvSpPr>
        <p:spPr>
          <a:xfrm>
            <a:off x="1257300" y="1257300"/>
            <a:ext cx="1127379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2400"/>
              </a:lnSpc>
              <a:buNone/>
            </a:pPr>
            <a:r>
              <a:rPr lang="en-US" sz="1646" b="1" dirty="0">
                <a:solidFill>
                  <a:srgbClr val="0A2A4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Общая цель</a:t>
            </a:r>
            <a:endParaRPr lang="en-US" sz="1646" dirty="0"/>
          </a:p>
        </p:txBody>
      </p:sp>
      <p:sp>
        <p:nvSpPr>
          <p:cNvPr id="16" name="Text 2"/>
          <p:cNvSpPr/>
          <p:nvPr/>
        </p:nvSpPr>
        <p:spPr>
          <a:xfrm>
            <a:off x="1257300" y="1638300"/>
            <a:ext cx="102489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2100"/>
              </a:lnSpc>
              <a:buNone/>
            </a:pPr>
            <a:r>
              <a:rPr lang="en-US" sz="1380" dirty="0">
                <a:solidFill>
                  <a:srgbClr val="2F2F2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Обеспечить пользователям (покупателям и продавцам) удобную, безопасную и эффективную платформу для онлайн-торговли.</a:t>
            </a:r>
            <a:endParaRPr lang="en-US" sz="1380" dirty="0"/>
          </a:p>
        </p:txBody>
      </p:sp>
      <p:sp>
        <p:nvSpPr>
          <p:cNvPr id="17" name="Text 3"/>
          <p:cNvSpPr/>
          <p:nvPr/>
        </p:nvSpPr>
        <p:spPr>
          <a:xfrm>
            <a:off x="457200" y="2667000"/>
            <a:ext cx="2528596" cy="285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2400"/>
              </a:lnSpc>
              <a:buNone/>
            </a:pPr>
            <a:r>
              <a:rPr lang="en-US" sz="1646" b="1" dirty="0" err="1">
                <a:solidFill>
                  <a:srgbClr val="0A2A4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Задачи</a:t>
            </a:r>
            <a:endParaRPr lang="en-US" sz="1646" dirty="0"/>
          </a:p>
        </p:txBody>
      </p:sp>
      <p:sp>
        <p:nvSpPr>
          <p:cNvPr id="18" name="Text 4"/>
          <p:cNvSpPr/>
          <p:nvPr/>
        </p:nvSpPr>
        <p:spPr>
          <a:xfrm>
            <a:off x="1162050" y="3352800"/>
            <a:ext cx="46291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2100"/>
              </a:lnSpc>
              <a:buNone/>
            </a:pPr>
            <a:r>
              <a:rPr lang="en-US" sz="1380" b="1" dirty="0">
                <a:solidFill>
                  <a:srgbClr val="0A2A4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1. Предоставление широкого каталога товаров</a:t>
            </a:r>
            <a:endParaRPr lang="en-US" sz="1380" dirty="0"/>
          </a:p>
        </p:txBody>
      </p:sp>
      <p:sp>
        <p:nvSpPr>
          <p:cNvPr id="19" name="Text 5"/>
          <p:cNvSpPr/>
          <p:nvPr/>
        </p:nvSpPr>
        <p:spPr>
          <a:xfrm>
            <a:off x="1162050" y="3962400"/>
            <a:ext cx="46291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800"/>
              </a:lnSpc>
              <a:buNone/>
            </a:pPr>
            <a:r>
              <a:rPr lang="en-US" sz="1120" dirty="0">
                <a:solidFill>
                  <a:srgbClr val="2F2F2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Обеспечение доступа к разнообразному ассортименту товаров от различных продавцов, с возможностью поиска и фильтрации.</a:t>
            </a:r>
            <a:endParaRPr lang="en-US" sz="1120" dirty="0"/>
          </a:p>
        </p:txBody>
      </p:sp>
      <p:sp>
        <p:nvSpPr>
          <p:cNvPr id="20" name="Text 6"/>
          <p:cNvSpPr/>
          <p:nvPr/>
        </p:nvSpPr>
        <p:spPr>
          <a:xfrm>
            <a:off x="6915150" y="3352800"/>
            <a:ext cx="509206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2100"/>
              </a:lnSpc>
              <a:buNone/>
            </a:pPr>
            <a:r>
              <a:rPr lang="en-US" sz="1380" b="1" dirty="0">
                <a:solidFill>
                  <a:srgbClr val="0A2A4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2. Персонализация покупательского опыта</a:t>
            </a:r>
            <a:endParaRPr lang="en-US" sz="1380" dirty="0"/>
          </a:p>
        </p:txBody>
      </p:sp>
      <p:sp>
        <p:nvSpPr>
          <p:cNvPr id="21" name="Text 7"/>
          <p:cNvSpPr/>
          <p:nvPr/>
        </p:nvSpPr>
        <p:spPr>
          <a:xfrm>
            <a:off x="6915150" y="3695700"/>
            <a:ext cx="46291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800"/>
              </a:lnSpc>
              <a:buNone/>
            </a:pPr>
            <a:r>
              <a:rPr lang="en-US" sz="1120" dirty="0">
                <a:solidFill>
                  <a:srgbClr val="2F2F2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Адаптация </a:t>
            </a:r>
            <a:r>
              <a:rPr lang="en-US" sz="1120" dirty="0" err="1">
                <a:solidFill>
                  <a:srgbClr val="2F2F2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предложений</a:t>
            </a:r>
            <a:r>
              <a:rPr lang="en-US" sz="1120" dirty="0">
                <a:solidFill>
                  <a:srgbClr val="2F2F2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</a:t>
            </a:r>
            <a:r>
              <a:rPr lang="en-US" sz="1120" dirty="0" err="1">
                <a:solidFill>
                  <a:srgbClr val="2F2F2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под</a:t>
            </a:r>
            <a:r>
              <a:rPr lang="en-US" sz="1120" dirty="0">
                <a:solidFill>
                  <a:srgbClr val="2F2F2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индивидуальные предпочтения каждого пользователя для повышения их удовлетворённости и конверсии.</a:t>
            </a:r>
            <a:endParaRPr lang="en-US" sz="1120" dirty="0"/>
          </a:p>
        </p:txBody>
      </p:sp>
      <p:sp>
        <p:nvSpPr>
          <p:cNvPr id="22" name="Text 8"/>
          <p:cNvSpPr/>
          <p:nvPr/>
        </p:nvSpPr>
        <p:spPr>
          <a:xfrm>
            <a:off x="1085850" y="5029200"/>
            <a:ext cx="51758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2100"/>
              </a:lnSpc>
              <a:buNone/>
            </a:pPr>
            <a:r>
              <a:rPr lang="en-US" sz="1380" b="1" dirty="0">
                <a:solidFill>
                  <a:srgbClr val="0A2A4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3. Обеспечение безопасных транзакций</a:t>
            </a:r>
            <a:endParaRPr lang="en-US" sz="1380" dirty="0"/>
          </a:p>
        </p:txBody>
      </p:sp>
      <p:sp>
        <p:nvSpPr>
          <p:cNvPr id="23" name="Text 9"/>
          <p:cNvSpPr/>
          <p:nvPr/>
        </p:nvSpPr>
        <p:spPr>
          <a:xfrm>
            <a:off x="1085850" y="5372100"/>
            <a:ext cx="47053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800"/>
              </a:lnSpc>
              <a:buNone/>
            </a:pPr>
            <a:r>
              <a:rPr lang="en-US" sz="1120" dirty="0">
                <a:solidFill>
                  <a:srgbClr val="2F2F2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Гарантирование надёжности и защиты всех финансовых операций и личных данных пользователей, включая безопасность платежей и данных.</a:t>
            </a:r>
            <a:endParaRPr lang="en-US" sz="1120" dirty="0"/>
          </a:p>
        </p:txBody>
      </p:sp>
      <p:sp>
        <p:nvSpPr>
          <p:cNvPr id="24" name="Text 10"/>
          <p:cNvSpPr/>
          <p:nvPr/>
        </p:nvSpPr>
        <p:spPr>
          <a:xfrm>
            <a:off x="6838950" y="5029200"/>
            <a:ext cx="51758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2100"/>
              </a:lnSpc>
              <a:buNone/>
            </a:pPr>
            <a:r>
              <a:rPr lang="en-US" sz="1380" b="1" dirty="0">
                <a:solidFill>
                  <a:srgbClr val="0A2A4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4. Монетизация платформы</a:t>
            </a:r>
            <a:endParaRPr lang="en-US" sz="1380" dirty="0"/>
          </a:p>
        </p:txBody>
      </p:sp>
      <p:sp>
        <p:nvSpPr>
          <p:cNvPr id="25" name="Text 11"/>
          <p:cNvSpPr/>
          <p:nvPr/>
        </p:nvSpPr>
        <p:spPr>
          <a:xfrm>
            <a:off x="6838950" y="5372100"/>
            <a:ext cx="47053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800"/>
              </a:lnSpc>
              <a:buNone/>
            </a:pPr>
            <a:r>
              <a:rPr lang="en-US" sz="1120" dirty="0">
                <a:solidFill>
                  <a:srgbClr val="2F2F2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Разработка и внедрение механизмов для получения дохода от деятельности маркетплейса, таких как комиссии с продаж, рекламные услуги и подписки.</a:t>
            </a:r>
            <a:endParaRPr lang="en-US" sz="11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762000"/>
            <a:ext cx="914400" cy="381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2070662"/>
            <a:ext cx="190500" cy="1905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3505200"/>
            <a:ext cx="190500" cy="1905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77000" y="2057400"/>
            <a:ext cx="190500" cy="1905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77000" y="3505200"/>
            <a:ext cx="190500" cy="190500"/>
          </a:xfrm>
          <a:prstGeom prst="rect">
            <a:avLst/>
          </a:prstGeom>
        </p:spPr>
      </p:pic>
      <p:sp>
        <p:nvSpPr>
          <p:cNvPr id="16" name="Text 0"/>
          <p:cNvSpPr/>
          <p:nvPr/>
        </p:nvSpPr>
        <p:spPr>
          <a:xfrm>
            <a:off x="457200" y="304800"/>
            <a:ext cx="764507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3000"/>
              </a:lnSpc>
              <a:buNone/>
            </a:pPr>
            <a:r>
              <a:rPr lang="en-US" sz="2426" b="1" dirty="0">
                <a:solidFill>
                  <a:srgbClr val="0A2A4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Цели и назначение: Подсистемы (Часть 1)</a:t>
            </a:r>
            <a:endParaRPr lang="en-US" sz="2426" dirty="0"/>
          </a:p>
        </p:txBody>
      </p:sp>
      <p:sp>
        <p:nvSpPr>
          <p:cNvPr id="17" name="Text 1"/>
          <p:cNvSpPr/>
          <p:nvPr/>
        </p:nvSpPr>
        <p:spPr>
          <a:xfrm>
            <a:off x="685800" y="1245484"/>
            <a:ext cx="436245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2400"/>
              </a:lnSpc>
              <a:buNone/>
            </a:pPr>
            <a:r>
              <a:rPr lang="en-US" sz="1646" b="1" dirty="0">
                <a:solidFill>
                  <a:srgbClr val="0A2A4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Блок 1: Управление пользователями</a:t>
            </a:r>
            <a:endParaRPr lang="en-US" sz="1646" dirty="0"/>
          </a:p>
        </p:txBody>
      </p:sp>
      <p:sp>
        <p:nvSpPr>
          <p:cNvPr id="18" name="Text 2"/>
          <p:cNvSpPr/>
          <p:nvPr/>
        </p:nvSpPr>
        <p:spPr>
          <a:xfrm>
            <a:off x="952500" y="1994462"/>
            <a:ext cx="55321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2100"/>
              </a:lnSpc>
              <a:buNone/>
            </a:pPr>
            <a:r>
              <a:rPr lang="en-US" sz="1380" b="1" dirty="0">
                <a:solidFill>
                  <a:srgbClr val="0A2A4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Цель</a:t>
            </a:r>
            <a:endParaRPr lang="en-US" sz="1380" dirty="0"/>
          </a:p>
        </p:txBody>
      </p:sp>
      <p:sp>
        <p:nvSpPr>
          <p:cNvPr id="19" name="Text 3"/>
          <p:cNvSpPr/>
          <p:nvPr/>
        </p:nvSpPr>
        <p:spPr>
          <a:xfrm>
            <a:off x="838200" y="2552700"/>
            <a:ext cx="47244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2100"/>
              </a:lnSpc>
              <a:buNone/>
            </a:pPr>
            <a:r>
              <a:rPr lang="en-US" sz="1260" dirty="0">
                <a:solidFill>
                  <a:srgbClr val="2F2F2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Создание и обслуживание профилей для всех участников системы (покупателей и продавцов).</a:t>
            </a:r>
            <a:endParaRPr lang="en-US" sz="1260" dirty="0"/>
          </a:p>
        </p:txBody>
      </p:sp>
      <p:sp>
        <p:nvSpPr>
          <p:cNvPr id="20" name="Text 4"/>
          <p:cNvSpPr/>
          <p:nvPr/>
        </p:nvSpPr>
        <p:spPr>
          <a:xfrm>
            <a:off x="952500" y="3467100"/>
            <a:ext cx="5532120" cy="2420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2100"/>
              </a:lnSpc>
              <a:buNone/>
            </a:pPr>
            <a:r>
              <a:rPr lang="en-US" sz="1200" b="1" dirty="0">
                <a:solidFill>
                  <a:srgbClr val="0A2A4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Задачи</a:t>
            </a:r>
            <a:endParaRPr lang="en-US" sz="1200" dirty="0"/>
          </a:p>
        </p:txBody>
      </p:sp>
      <p:sp>
        <p:nvSpPr>
          <p:cNvPr id="21" name="Text 5"/>
          <p:cNvSpPr/>
          <p:nvPr/>
        </p:nvSpPr>
        <p:spPr>
          <a:xfrm>
            <a:off x="952500" y="3851211"/>
            <a:ext cx="4448026" cy="26663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2100"/>
              </a:lnSpc>
              <a:buNone/>
            </a:pPr>
            <a:r>
              <a:rPr lang="en-US" sz="1200" b="1" dirty="0">
                <a:solidFill>
                  <a:srgbClr val="2F2F2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Аутентификация и авторизация </a:t>
            </a:r>
            <a:r>
              <a:rPr lang="en-US" sz="1200" b="1" dirty="0" err="1">
                <a:solidFill>
                  <a:srgbClr val="2F2F2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пользователей</a:t>
            </a:r>
            <a:r>
              <a:rPr lang="en-US" sz="1200" b="1" dirty="0">
                <a:solidFill>
                  <a:srgbClr val="2F2F2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.</a:t>
            </a:r>
          </a:p>
          <a:p>
            <a:pPr>
              <a:lnSpc>
                <a:spcPts val="2100"/>
              </a:lnSpc>
            </a:pPr>
            <a:r>
              <a:rPr lang="en-US" sz="1200" dirty="0" err="1">
                <a:solidFill>
                  <a:srgbClr val="4B556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Проверка</a:t>
            </a:r>
            <a:r>
              <a:rPr lang="en-US" sz="1200" dirty="0">
                <a:solidFill>
                  <a:srgbClr val="4B556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</a:t>
            </a:r>
            <a:r>
              <a:rPr lang="en-US" sz="1200" dirty="0" err="1">
                <a:solidFill>
                  <a:srgbClr val="4B556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логина</a:t>
            </a:r>
            <a:r>
              <a:rPr lang="en-US" sz="1200" dirty="0">
                <a:solidFill>
                  <a:srgbClr val="4B556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</a:t>
            </a:r>
            <a:r>
              <a:rPr lang="en-US" sz="1200" dirty="0" err="1">
                <a:solidFill>
                  <a:srgbClr val="4B556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и</a:t>
            </a:r>
            <a:r>
              <a:rPr lang="en-US" sz="1200" dirty="0">
                <a:solidFill>
                  <a:srgbClr val="4B556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</a:t>
            </a:r>
            <a:r>
              <a:rPr lang="en-US" sz="1200" dirty="0" err="1">
                <a:solidFill>
                  <a:srgbClr val="4B556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пароля</a:t>
            </a:r>
            <a:r>
              <a:rPr lang="en-US" sz="1200" dirty="0">
                <a:solidFill>
                  <a:srgbClr val="4B556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, </a:t>
            </a:r>
            <a:r>
              <a:rPr lang="en-US" sz="1200" dirty="0" err="1">
                <a:solidFill>
                  <a:srgbClr val="4B556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управление</a:t>
            </a:r>
            <a:r>
              <a:rPr lang="en-US" sz="1200" dirty="0">
                <a:solidFill>
                  <a:srgbClr val="4B556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</a:t>
            </a:r>
            <a:r>
              <a:rPr lang="en-US" sz="1200" dirty="0" err="1">
                <a:solidFill>
                  <a:srgbClr val="4B556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сессиями</a:t>
            </a:r>
            <a:r>
              <a:rPr lang="en-US" sz="1200" dirty="0">
                <a:solidFill>
                  <a:srgbClr val="4B556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.</a:t>
            </a:r>
            <a:br>
              <a:rPr lang="en-US" sz="1200" dirty="0">
                <a:solidFill>
                  <a:srgbClr val="4B556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</a:br>
            <a:endParaRPr lang="en-US" sz="1200" dirty="0"/>
          </a:p>
          <a:p>
            <a:pPr>
              <a:lnSpc>
                <a:spcPts val="2100"/>
              </a:lnSpc>
            </a:pPr>
            <a:r>
              <a:rPr lang="en-US" sz="1200" b="1" dirty="0" err="1">
                <a:solidFill>
                  <a:srgbClr val="2F2F2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Управление</a:t>
            </a:r>
            <a:r>
              <a:rPr lang="en-US" sz="1200" b="1" dirty="0">
                <a:solidFill>
                  <a:srgbClr val="2F2F2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</a:t>
            </a:r>
            <a:r>
              <a:rPr lang="en-US" sz="1200" b="1" dirty="0" err="1">
                <a:solidFill>
                  <a:srgbClr val="2F2F2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личными</a:t>
            </a:r>
            <a:r>
              <a:rPr lang="en-US" sz="1200" b="1" dirty="0">
                <a:solidFill>
                  <a:srgbClr val="2F2F2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</a:t>
            </a:r>
            <a:r>
              <a:rPr lang="en-US" sz="1200" b="1" dirty="0" err="1">
                <a:solidFill>
                  <a:srgbClr val="2F2F2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данными</a:t>
            </a:r>
            <a:r>
              <a:rPr lang="en-US" sz="1200" b="1" dirty="0">
                <a:solidFill>
                  <a:srgbClr val="2F2F2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</a:t>
            </a:r>
            <a:r>
              <a:rPr lang="en-US" sz="1200" b="1" dirty="0" err="1">
                <a:solidFill>
                  <a:srgbClr val="2F2F2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пользователей</a:t>
            </a:r>
            <a:r>
              <a:rPr lang="en-US" sz="1200" b="1" dirty="0">
                <a:solidFill>
                  <a:srgbClr val="2F2F2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.</a:t>
            </a:r>
            <a:endParaRPr lang="en-US" sz="1200" dirty="0"/>
          </a:p>
          <a:p>
            <a:pPr>
              <a:lnSpc>
                <a:spcPts val="2100"/>
              </a:lnSpc>
            </a:pPr>
            <a:r>
              <a:rPr lang="en-US" sz="1200" dirty="0" err="1">
                <a:solidFill>
                  <a:srgbClr val="4B556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Редактирование</a:t>
            </a:r>
            <a:r>
              <a:rPr lang="en-US" sz="1200" dirty="0">
                <a:solidFill>
                  <a:srgbClr val="4B556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</a:t>
            </a:r>
            <a:r>
              <a:rPr lang="en-US" sz="1200" dirty="0" err="1">
                <a:solidFill>
                  <a:srgbClr val="4B556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профиля</a:t>
            </a:r>
            <a:r>
              <a:rPr lang="en-US" sz="1200" dirty="0">
                <a:solidFill>
                  <a:srgbClr val="4B556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, </a:t>
            </a:r>
            <a:r>
              <a:rPr lang="en-US" sz="1200" dirty="0" err="1">
                <a:solidFill>
                  <a:srgbClr val="4B556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адресов</a:t>
            </a:r>
            <a:r>
              <a:rPr lang="en-US" sz="1200" dirty="0">
                <a:solidFill>
                  <a:srgbClr val="4B556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, </a:t>
            </a:r>
            <a:r>
              <a:rPr lang="en-US" sz="1200" dirty="0" err="1">
                <a:solidFill>
                  <a:srgbClr val="4B556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предпочтений</a:t>
            </a:r>
            <a:r>
              <a:rPr lang="en-US" sz="1200" dirty="0">
                <a:solidFill>
                  <a:srgbClr val="4B556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.</a:t>
            </a:r>
          </a:p>
          <a:p>
            <a:pPr>
              <a:lnSpc>
                <a:spcPts val="2100"/>
              </a:lnSpc>
            </a:pPr>
            <a:endParaRPr lang="en-US" sz="1200" dirty="0"/>
          </a:p>
          <a:p>
            <a:pPr>
              <a:lnSpc>
                <a:spcPts val="2100"/>
              </a:lnSpc>
            </a:pPr>
            <a:r>
              <a:rPr lang="en-US" sz="1200" b="1" dirty="0" err="1">
                <a:solidFill>
                  <a:srgbClr val="2F2F2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Управление</a:t>
            </a:r>
            <a:r>
              <a:rPr lang="en-US" sz="1200" b="1" dirty="0">
                <a:solidFill>
                  <a:srgbClr val="2F2F2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</a:t>
            </a:r>
            <a:r>
              <a:rPr lang="en-US" sz="1200" b="1" dirty="0" err="1">
                <a:solidFill>
                  <a:srgbClr val="2F2F2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магазином</a:t>
            </a:r>
            <a:r>
              <a:rPr lang="en-US" sz="1200" b="1" dirty="0">
                <a:solidFill>
                  <a:srgbClr val="2F2F2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</a:t>
            </a:r>
            <a:r>
              <a:rPr lang="en-US" sz="1200" b="1" dirty="0" err="1">
                <a:solidFill>
                  <a:srgbClr val="2F2F2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продавца</a:t>
            </a:r>
            <a:r>
              <a:rPr lang="en-US" sz="1200" b="1" dirty="0">
                <a:solidFill>
                  <a:srgbClr val="2F2F2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.</a:t>
            </a:r>
            <a:endParaRPr lang="en-US" sz="1200" dirty="0"/>
          </a:p>
          <a:p>
            <a:pPr>
              <a:lnSpc>
                <a:spcPts val="2100"/>
              </a:lnSpc>
            </a:pPr>
            <a:r>
              <a:rPr lang="en-US" sz="1200" dirty="0" err="1">
                <a:solidFill>
                  <a:srgbClr val="4B556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Добавление</a:t>
            </a:r>
            <a:r>
              <a:rPr lang="en-US" sz="1200" dirty="0">
                <a:solidFill>
                  <a:srgbClr val="4B556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</a:t>
            </a:r>
            <a:r>
              <a:rPr lang="en-US" sz="1200" dirty="0" err="1">
                <a:solidFill>
                  <a:srgbClr val="4B556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информации</a:t>
            </a:r>
            <a:r>
              <a:rPr lang="en-US" sz="1200" dirty="0">
                <a:solidFill>
                  <a:srgbClr val="4B556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</a:t>
            </a:r>
            <a:r>
              <a:rPr lang="en-US" sz="1200" dirty="0" err="1">
                <a:solidFill>
                  <a:srgbClr val="4B556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о</a:t>
            </a:r>
            <a:r>
              <a:rPr lang="en-US" sz="1200" dirty="0">
                <a:solidFill>
                  <a:srgbClr val="4B556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</a:t>
            </a:r>
            <a:r>
              <a:rPr lang="en-US" sz="1200" dirty="0" err="1">
                <a:solidFill>
                  <a:srgbClr val="4B556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магазине</a:t>
            </a:r>
            <a:r>
              <a:rPr lang="en-US" sz="1200" dirty="0">
                <a:solidFill>
                  <a:srgbClr val="4B556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, </a:t>
            </a:r>
            <a:r>
              <a:rPr lang="en-US" sz="1200" dirty="0" err="1">
                <a:solidFill>
                  <a:srgbClr val="4B556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настройка</a:t>
            </a:r>
            <a:r>
              <a:rPr lang="en-US" sz="1200" dirty="0">
                <a:solidFill>
                  <a:srgbClr val="4B556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</a:t>
            </a:r>
            <a:r>
              <a:rPr lang="en-US" sz="1200" dirty="0" err="1">
                <a:solidFill>
                  <a:srgbClr val="4B556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профиля</a:t>
            </a:r>
            <a:r>
              <a:rPr lang="en-US" sz="1200" dirty="0">
                <a:solidFill>
                  <a:srgbClr val="4B556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, </a:t>
            </a:r>
            <a:r>
              <a:rPr lang="en-US" sz="1200" dirty="0" err="1">
                <a:solidFill>
                  <a:srgbClr val="4B556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управление</a:t>
            </a:r>
            <a:r>
              <a:rPr lang="en-US" sz="1200" dirty="0">
                <a:solidFill>
                  <a:srgbClr val="4B556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</a:t>
            </a:r>
            <a:r>
              <a:rPr lang="en-US" sz="1200" dirty="0" err="1">
                <a:solidFill>
                  <a:srgbClr val="4B556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ассортиментом</a:t>
            </a:r>
            <a:r>
              <a:rPr lang="en-US" sz="1200" dirty="0">
                <a:solidFill>
                  <a:srgbClr val="4B556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.</a:t>
            </a:r>
            <a:endParaRPr lang="en-US" sz="1200" dirty="0"/>
          </a:p>
          <a:p>
            <a:pPr marL="0" indent="0">
              <a:lnSpc>
                <a:spcPts val="2100"/>
              </a:lnSpc>
              <a:buNone/>
            </a:pPr>
            <a:endParaRPr lang="en-US" sz="1200" dirty="0"/>
          </a:p>
        </p:txBody>
      </p:sp>
      <p:sp>
        <p:nvSpPr>
          <p:cNvPr id="27" name="Text 11"/>
          <p:cNvSpPr/>
          <p:nvPr/>
        </p:nvSpPr>
        <p:spPr>
          <a:xfrm>
            <a:off x="6477000" y="1245484"/>
            <a:ext cx="4876800" cy="285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2400"/>
              </a:lnSpc>
              <a:buNone/>
            </a:pPr>
            <a:r>
              <a:rPr lang="en-US" sz="1646" b="1" dirty="0">
                <a:solidFill>
                  <a:srgbClr val="0A2A4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Блок 2: Управление каталогом товаров</a:t>
            </a:r>
            <a:endParaRPr lang="en-US" sz="1646" dirty="0"/>
          </a:p>
        </p:txBody>
      </p:sp>
      <p:sp>
        <p:nvSpPr>
          <p:cNvPr id="28" name="Text 12"/>
          <p:cNvSpPr/>
          <p:nvPr/>
        </p:nvSpPr>
        <p:spPr>
          <a:xfrm>
            <a:off x="6743700" y="2019300"/>
            <a:ext cx="55321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2100"/>
              </a:lnSpc>
              <a:buNone/>
            </a:pPr>
            <a:r>
              <a:rPr lang="en-US" sz="1380" b="1" dirty="0">
                <a:solidFill>
                  <a:srgbClr val="0A2A4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Цель</a:t>
            </a:r>
            <a:endParaRPr lang="en-US" sz="1380" dirty="0"/>
          </a:p>
        </p:txBody>
      </p:sp>
      <p:sp>
        <p:nvSpPr>
          <p:cNvPr id="29" name="Text 13"/>
          <p:cNvSpPr/>
          <p:nvPr/>
        </p:nvSpPr>
        <p:spPr>
          <a:xfrm>
            <a:off x="6629400" y="2552700"/>
            <a:ext cx="47244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2100"/>
              </a:lnSpc>
              <a:buNone/>
            </a:pPr>
            <a:r>
              <a:rPr lang="en-US" sz="1260" dirty="0">
                <a:solidFill>
                  <a:srgbClr val="2F2F2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Обеспечение актуального, структурированного и легкодоступного каталога товаров.</a:t>
            </a:r>
            <a:endParaRPr lang="en-US" sz="1260" dirty="0"/>
          </a:p>
        </p:txBody>
      </p:sp>
      <p:sp>
        <p:nvSpPr>
          <p:cNvPr id="30" name="Text 14"/>
          <p:cNvSpPr/>
          <p:nvPr/>
        </p:nvSpPr>
        <p:spPr>
          <a:xfrm>
            <a:off x="6743700" y="3467100"/>
            <a:ext cx="55321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2100"/>
              </a:lnSpc>
              <a:buNone/>
            </a:pPr>
            <a:r>
              <a:rPr lang="en-US" sz="1380" b="1" dirty="0">
                <a:solidFill>
                  <a:srgbClr val="0A2A4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Задачи</a:t>
            </a:r>
            <a:endParaRPr lang="en-US" sz="1380" dirty="0"/>
          </a:p>
        </p:txBody>
      </p:sp>
      <p:sp>
        <p:nvSpPr>
          <p:cNvPr id="31" name="Text 15"/>
          <p:cNvSpPr/>
          <p:nvPr/>
        </p:nvSpPr>
        <p:spPr>
          <a:xfrm>
            <a:off x="6744531" y="3849030"/>
            <a:ext cx="5063252" cy="26663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2100"/>
              </a:lnSpc>
              <a:buNone/>
            </a:pPr>
            <a:r>
              <a:rPr lang="en-US" sz="1200" b="1" dirty="0">
                <a:solidFill>
                  <a:srgbClr val="2F2F2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Добавление и редактирование информации о </a:t>
            </a:r>
            <a:r>
              <a:rPr lang="en-US" sz="1200" b="1" dirty="0" err="1">
                <a:solidFill>
                  <a:srgbClr val="2F2F2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товарах</a:t>
            </a:r>
            <a:r>
              <a:rPr lang="en-US" sz="1200" b="1" dirty="0">
                <a:solidFill>
                  <a:srgbClr val="2F2F2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.</a:t>
            </a:r>
          </a:p>
          <a:p>
            <a:pPr>
              <a:lnSpc>
                <a:spcPts val="2100"/>
              </a:lnSpc>
            </a:pPr>
            <a:r>
              <a:rPr lang="en-US" sz="1200" dirty="0" err="1">
                <a:solidFill>
                  <a:srgbClr val="4B556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Формирование</a:t>
            </a:r>
            <a:r>
              <a:rPr lang="en-US" sz="1200" dirty="0">
                <a:solidFill>
                  <a:srgbClr val="4B556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</a:t>
            </a:r>
            <a:r>
              <a:rPr lang="en-US" sz="1200" dirty="0" err="1">
                <a:solidFill>
                  <a:srgbClr val="4B556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и</a:t>
            </a:r>
            <a:r>
              <a:rPr lang="en-US" sz="1200" dirty="0">
                <a:solidFill>
                  <a:srgbClr val="4B556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</a:t>
            </a:r>
            <a:r>
              <a:rPr lang="en-US" sz="1200" dirty="0" err="1">
                <a:solidFill>
                  <a:srgbClr val="4B556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изменение</a:t>
            </a:r>
            <a:r>
              <a:rPr lang="en-US" sz="1200" dirty="0">
                <a:solidFill>
                  <a:srgbClr val="4B556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</a:t>
            </a:r>
            <a:r>
              <a:rPr lang="en-US" sz="1200" dirty="0" err="1">
                <a:solidFill>
                  <a:srgbClr val="4B556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описаний</a:t>
            </a:r>
            <a:r>
              <a:rPr lang="en-US" sz="1200" dirty="0">
                <a:solidFill>
                  <a:srgbClr val="4B556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, </a:t>
            </a:r>
            <a:r>
              <a:rPr lang="en-US" sz="1200" dirty="0" err="1">
                <a:solidFill>
                  <a:srgbClr val="4B556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цен</a:t>
            </a:r>
            <a:r>
              <a:rPr lang="en-US" sz="1200" dirty="0">
                <a:solidFill>
                  <a:srgbClr val="4B556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, </a:t>
            </a:r>
            <a:r>
              <a:rPr lang="en-US" sz="1200" dirty="0" err="1">
                <a:solidFill>
                  <a:srgbClr val="4B556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характеристик</a:t>
            </a:r>
            <a:r>
              <a:rPr lang="en-US" sz="1200" dirty="0">
                <a:solidFill>
                  <a:srgbClr val="4B556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.</a:t>
            </a:r>
          </a:p>
          <a:p>
            <a:pPr>
              <a:lnSpc>
                <a:spcPts val="2100"/>
              </a:lnSpc>
            </a:pPr>
            <a:endParaRPr lang="en-US" sz="1200" dirty="0">
              <a:solidFill>
                <a:srgbClr val="4B5563"/>
              </a:solidFill>
              <a:latin typeface="Lato" pitchFamily="34" charset="0"/>
              <a:ea typeface="Lato" pitchFamily="34" charset="-122"/>
              <a:cs typeface="Lato" pitchFamily="34" charset="-120"/>
            </a:endParaRPr>
          </a:p>
          <a:p>
            <a:pPr>
              <a:lnSpc>
                <a:spcPts val="2100"/>
              </a:lnSpc>
            </a:pPr>
            <a:r>
              <a:rPr lang="en-US" sz="1200" b="1" dirty="0" err="1">
                <a:solidFill>
                  <a:srgbClr val="2F2F2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Модерация</a:t>
            </a:r>
            <a:r>
              <a:rPr lang="en-US" sz="1200" b="1" dirty="0">
                <a:solidFill>
                  <a:srgbClr val="2F2F2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</a:t>
            </a:r>
            <a:r>
              <a:rPr lang="en-US" sz="1200" b="1" dirty="0" err="1">
                <a:solidFill>
                  <a:srgbClr val="2F2F2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товаров</a:t>
            </a:r>
            <a:r>
              <a:rPr lang="en-US" sz="1200" b="1" dirty="0">
                <a:solidFill>
                  <a:srgbClr val="2F2F2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</a:t>
            </a:r>
            <a:r>
              <a:rPr lang="en-US" sz="1200" b="1" dirty="0" err="1">
                <a:solidFill>
                  <a:srgbClr val="2F2F2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и</a:t>
            </a:r>
            <a:r>
              <a:rPr lang="en-US" sz="1200" b="1" dirty="0">
                <a:solidFill>
                  <a:srgbClr val="2F2F2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</a:t>
            </a:r>
            <a:r>
              <a:rPr lang="en-US" sz="1200" b="1" dirty="0" err="1">
                <a:solidFill>
                  <a:srgbClr val="2F2F2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контента</a:t>
            </a:r>
            <a:r>
              <a:rPr lang="en-US" sz="1200" b="1" dirty="0">
                <a:solidFill>
                  <a:srgbClr val="2F2F2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.</a:t>
            </a:r>
            <a:endParaRPr lang="en-US" sz="1200" dirty="0"/>
          </a:p>
          <a:p>
            <a:pPr>
              <a:lnSpc>
                <a:spcPts val="2100"/>
              </a:lnSpc>
            </a:pPr>
            <a:r>
              <a:rPr lang="en-US" sz="1200" dirty="0" err="1">
                <a:solidFill>
                  <a:srgbClr val="4B556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Проверка</a:t>
            </a:r>
            <a:r>
              <a:rPr lang="en-US" sz="1200" dirty="0">
                <a:solidFill>
                  <a:srgbClr val="4B556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</a:t>
            </a:r>
            <a:r>
              <a:rPr lang="en-US" sz="1200" dirty="0" err="1">
                <a:solidFill>
                  <a:srgbClr val="4B556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товаров</a:t>
            </a:r>
            <a:r>
              <a:rPr lang="en-US" sz="1200" dirty="0">
                <a:solidFill>
                  <a:srgbClr val="4B556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</a:t>
            </a:r>
            <a:r>
              <a:rPr lang="en-US" sz="1200" dirty="0" err="1">
                <a:solidFill>
                  <a:srgbClr val="4B556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на</a:t>
            </a:r>
            <a:r>
              <a:rPr lang="en-US" sz="1200" dirty="0">
                <a:solidFill>
                  <a:srgbClr val="4B556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</a:t>
            </a:r>
            <a:r>
              <a:rPr lang="en-US" sz="1200" dirty="0" err="1">
                <a:solidFill>
                  <a:srgbClr val="4B556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соответствие</a:t>
            </a:r>
            <a:r>
              <a:rPr lang="en-US" sz="1200" dirty="0">
                <a:solidFill>
                  <a:srgbClr val="4B556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</a:t>
            </a:r>
            <a:r>
              <a:rPr lang="en-US" sz="1200" dirty="0" err="1">
                <a:solidFill>
                  <a:srgbClr val="4B556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правилам</a:t>
            </a:r>
            <a:r>
              <a:rPr lang="en-US" sz="1200" dirty="0">
                <a:solidFill>
                  <a:srgbClr val="4B556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, </a:t>
            </a:r>
            <a:r>
              <a:rPr lang="en-US" sz="1200" dirty="0" err="1">
                <a:solidFill>
                  <a:srgbClr val="4B556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удаление</a:t>
            </a:r>
            <a:r>
              <a:rPr lang="en-US" sz="1200" dirty="0">
                <a:solidFill>
                  <a:srgbClr val="4B556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</a:t>
            </a:r>
            <a:r>
              <a:rPr lang="en-US" sz="1200" dirty="0" err="1">
                <a:solidFill>
                  <a:srgbClr val="4B556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ненужного</a:t>
            </a:r>
            <a:r>
              <a:rPr lang="en-US" sz="1200" dirty="0">
                <a:solidFill>
                  <a:srgbClr val="4B556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.</a:t>
            </a:r>
            <a:endParaRPr lang="en-US" sz="1200" dirty="0"/>
          </a:p>
          <a:p>
            <a:pPr>
              <a:lnSpc>
                <a:spcPts val="2100"/>
              </a:lnSpc>
            </a:pPr>
            <a:endParaRPr lang="en-US" sz="1200" dirty="0"/>
          </a:p>
          <a:p>
            <a:pPr>
              <a:lnSpc>
                <a:spcPts val="2100"/>
              </a:lnSpc>
            </a:pPr>
            <a:r>
              <a:rPr lang="en-US" sz="1200" b="1" dirty="0" err="1">
                <a:solidFill>
                  <a:srgbClr val="2F2F2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Обеспечение</a:t>
            </a:r>
            <a:r>
              <a:rPr lang="en-US" sz="1200" b="1" dirty="0">
                <a:solidFill>
                  <a:srgbClr val="2F2F2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</a:t>
            </a:r>
            <a:r>
              <a:rPr lang="en-US" sz="1200" b="1" dirty="0" err="1">
                <a:solidFill>
                  <a:srgbClr val="2F2F2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эффективного</a:t>
            </a:r>
            <a:r>
              <a:rPr lang="en-US" sz="1200" b="1" dirty="0">
                <a:solidFill>
                  <a:srgbClr val="2F2F2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</a:t>
            </a:r>
            <a:r>
              <a:rPr lang="en-US" sz="1200" b="1" dirty="0" err="1">
                <a:solidFill>
                  <a:srgbClr val="2F2F2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поиска</a:t>
            </a:r>
            <a:r>
              <a:rPr lang="en-US" sz="1200" b="1" dirty="0">
                <a:solidFill>
                  <a:srgbClr val="2F2F2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</a:t>
            </a:r>
            <a:r>
              <a:rPr lang="en-US" sz="1200" b="1" dirty="0" err="1">
                <a:solidFill>
                  <a:srgbClr val="2F2F2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товаров</a:t>
            </a:r>
            <a:r>
              <a:rPr lang="en-US" sz="1200" b="1" dirty="0">
                <a:solidFill>
                  <a:srgbClr val="2F2F2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.</a:t>
            </a:r>
            <a:endParaRPr lang="en-US" sz="1200" dirty="0"/>
          </a:p>
          <a:p>
            <a:pPr>
              <a:lnSpc>
                <a:spcPts val="2100"/>
              </a:lnSpc>
            </a:pPr>
            <a:r>
              <a:rPr lang="en-US" sz="1200" dirty="0" err="1">
                <a:solidFill>
                  <a:srgbClr val="4B556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Реализация</a:t>
            </a:r>
            <a:r>
              <a:rPr lang="en-US" sz="1200" dirty="0">
                <a:solidFill>
                  <a:srgbClr val="4B556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</a:t>
            </a:r>
            <a:r>
              <a:rPr lang="en-US" sz="1200" dirty="0" err="1">
                <a:solidFill>
                  <a:srgbClr val="4B556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поиска</a:t>
            </a:r>
            <a:r>
              <a:rPr lang="en-US" sz="1200" dirty="0">
                <a:solidFill>
                  <a:srgbClr val="4B556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</a:t>
            </a:r>
            <a:r>
              <a:rPr lang="en-US" sz="1200" dirty="0" err="1">
                <a:solidFill>
                  <a:srgbClr val="4B556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по</a:t>
            </a:r>
            <a:r>
              <a:rPr lang="en-US" sz="1200" dirty="0">
                <a:solidFill>
                  <a:srgbClr val="4B556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</a:t>
            </a:r>
            <a:r>
              <a:rPr lang="en-US" sz="1200" dirty="0" err="1">
                <a:solidFill>
                  <a:srgbClr val="4B556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различным</a:t>
            </a:r>
            <a:r>
              <a:rPr lang="en-US" sz="1200" dirty="0">
                <a:solidFill>
                  <a:srgbClr val="4B556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</a:t>
            </a:r>
            <a:r>
              <a:rPr lang="en-US" sz="1200" dirty="0" err="1">
                <a:solidFill>
                  <a:srgbClr val="4B556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критериям</a:t>
            </a:r>
            <a:r>
              <a:rPr lang="en-US" sz="1200" dirty="0">
                <a:solidFill>
                  <a:srgbClr val="4B556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: </a:t>
            </a:r>
            <a:r>
              <a:rPr lang="en-US" sz="1200" dirty="0" err="1">
                <a:solidFill>
                  <a:srgbClr val="4B556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категории</a:t>
            </a:r>
            <a:r>
              <a:rPr lang="en-US" sz="1200" dirty="0">
                <a:solidFill>
                  <a:srgbClr val="4B556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, </a:t>
            </a:r>
            <a:r>
              <a:rPr lang="en-US" sz="1200" dirty="0" err="1">
                <a:solidFill>
                  <a:srgbClr val="4B556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цене</a:t>
            </a:r>
            <a:r>
              <a:rPr lang="en-US" sz="1200" dirty="0">
                <a:solidFill>
                  <a:srgbClr val="4B556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, </a:t>
            </a:r>
            <a:r>
              <a:rPr lang="en-US" sz="1200" dirty="0" err="1">
                <a:solidFill>
                  <a:srgbClr val="4B556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характеристикам</a:t>
            </a:r>
            <a:r>
              <a:rPr lang="en-US" sz="1200" dirty="0">
                <a:solidFill>
                  <a:srgbClr val="4B556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.</a:t>
            </a:r>
            <a:endParaRPr lang="en-US" sz="1200" dirty="0"/>
          </a:p>
          <a:p>
            <a:pPr marL="0" indent="0">
              <a:lnSpc>
                <a:spcPts val="2100"/>
              </a:lnSpc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762000"/>
            <a:ext cx="914400" cy="38100"/>
          </a:xfrm>
          <a:prstGeom prst="rect">
            <a:avLst/>
          </a:prstGeom>
        </p:spPr>
      </p:pic>
      <p:sp>
        <p:nvSpPr>
          <p:cNvPr id="16" name="Text 0"/>
          <p:cNvSpPr/>
          <p:nvPr/>
        </p:nvSpPr>
        <p:spPr>
          <a:xfrm>
            <a:off x="457200" y="304800"/>
            <a:ext cx="1240536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3000"/>
              </a:lnSpc>
              <a:buNone/>
            </a:pPr>
            <a:r>
              <a:rPr lang="en-US" sz="2426" b="1" dirty="0">
                <a:solidFill>
                  <a:srgbClr val="0A2A4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Цели и назначение: Подсистемы (Часть 2)</a:t>
            </a:r>
            <a:endParaRPr lang="en-US" sz="2426" dirty="0"/>
          </a:p>
        </p:txBody>
      </p:sp>
      <p:sp>
        <p:nvSpPr>
          <p:cNvPr id="17" name="Text 1"/>
          <p:cNvSpPr/>
          <p:nvPr/>
        </p:nvSpPr>
        <p:spPr>
          <a:xfrm>
            <a:off x="685800" y="1333500"/>
            <a:ext cx="383476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2400"/>
              </a:lnSpc>
              <a:buNone/>
            </a:pPr>
            <a:r>
              <a:rPr lang="en-US" sz="1646" b="1" dirty="0">
                <a:solidFill>
                  <a:srgbClr val="0A2A4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Рекомендательная система</a:t>
            </a:r>
            <a:endParaRPr lang="en-US" sz="1646" dirty="0"/>
          </a:p>
        </p:txBody>
      </p:sp>
      <p:sp>
        <p:nvSpPr>
          <p:cNvPr id="18" name="Text 2"/>
          <p:cNvSpPr/>
          <p:nvPr/>
        </p:nvSpPr>
        <p:spPr>
          <a:xfrm>
            <a:off x="914400" y="1866900"/>
            <a:ext cx="4572001" cy="2441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2100"/>
              </a:lnSpc>
              <a:buNone/>
            </a:pPr>
            <a:r>
              <a:rPr lang="en-US" sz="1260" b="1" dirty="0">
                <a:solidFill>
                  <a:srgbClr val="0A2A4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Цель</a:t>
            </a:r>
            <a:endParaRPr lang="en-US" sz="1260" dirty="0"/>
          </a:p>
        </p:txBody>
      </p:sp>
      <p:sp>
        <p:nvSpPr>
          <p:cNvPr id="19" name="Text 3"/>
          <p:cNvSpPr/>
          <p:nvPr/>
        </p:nvSpPr>
        <p:spPr>
          <a:xfrm>
            <a:off x="914400" y="2312803"/>
            <a:ext cx="48387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800"/>
              </a:lnSpc>
              <a:buNone/>
            </a:pPr>
            <a:r>
              <a:rPr lang="en-US" sz="1120" dirty="0">
                <a:solidFill>
                  <a:srgbClr val="2F2F2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Увеличение конверсии и среднего чека через персонализацию предложений.</a:t>
            </a:r>
            <a:endParaRPr lang="en-US" sz="1120" dirty="0"/>
          </a:p>
        </p:txBody>
      </p:sp>
      <p:sp>
        <p:nvSpPr>
          <p:cNvPr id="20" name="Text 4"/>
          <p:cNvSpPr/>
          <p:nvPr/>
        </p:nvSpPr>
        <p:spPr>
          <a:xfrm>
            <a:off x="897399" y="3080492"/>
            <a:ext cx="872201" cy="2441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2100"/>
              </a:lnSpc>
              <a:buNone/>
            </a:pPr>
            <a:r>
              <a:rPr lang="en-US" sz="1260" b="1" dirty="0">
                <a:solidFill>
                  <a:srgbClr val="0A2A4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Задачи</a:t>
            </a:r>
            <a:endParaRPr lang="en-US" sz="1260" dirty="0"/>
          </a:p>
        </p:txBody>
      </p:sp>
      <p:sp>
        <p:nvSpPr>
          <p:cNvPr id="21" name="Text 5"/>
          <p:cNvSpPr/>
          <p:nvPr/>
        </p:nvSpPr>
        <p:spPr>
          <a:xfrm>
            <a:off x="895350" y="3533403"/>
            <a:ext cx="4876800" cy="17982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800"/>
              </a:lnSpc>
            </a:pPr>
            <a:r>
              <a:rPr lang="en-US" sz="1120" b="1" dirty="0">
                <a:solidFill>
                  <a:srgbClr val="2F2F2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Сбор и анализ </a:t>
            </a:r>
            <a:r>
              <a:rPr lang="en-US" sz="1120" b="1" dirty="0" err="1">
                <a:solidFill>
                  <a:srgbClr val="2F2F2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данных</a:t>
            </a:r>
            <a:r>
              <a:rPr lang="en-US" sz="1120" b="1" dirty="0">
                <a:solidFill>
                  <a:srgbClr val="2F2F2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:</a:t>
            </a:r>
          </a:p>
          <a:p>
            <a:pPr>
              <a:lnSpc>
                <a:spcPts val="1800"/>
              </a:lnSpc>
            </a:pPr>
            <a:r>
              <a:rPr lang="en-US" sz="1120" dirty="0" err="1">
                <a:solidFill>
                  <a:srgbClr val="2F2F2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Получение</a:t>
            </a:r>
            <a:r>
              <a:rPr lang="en-US" sz="1120" dirty="0">
                <a:solidFill>
                  <a:srgbClr val="2F2F2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и обработка информации о поведении пользователей (просмотры, покупки, </a:t>
            </a:r>
            <a:r>
              <a:rPr lang="en-US" sz="1120" dirty="0" err="1">
                <a:solidFill>
                  <a:srgbClr val="2F2F2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запросы</a:t>
            </a:r>
            <a:r>
              <a:rPr lang="en-US" sz="1120" dirty="0">
                <a:solidFill>
                  <a:srgbClr val="2F2F2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).</a:t>
            </a:r>
            <a:br>
              <a:rPr lang="en-US" sz="1120" dirty="0">
                <a:solidFill>
                  <a:srgbClr val="2F2F2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</a:br>
            <a:br>
              <a:rPr lang="en-US" sz="1120" dirty="0">
                <a:solidFill>
                  <a:srgbClr val="2F2F2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</a:br>
            <a:r>
              <a:rPr lang="en-US" sz="1120" b="1" dirty="0" err="1">
                <a:solidFill>
                  <a:srgbClr val="2F2F2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Обучение</a:t>
            </a:r>
            <a:r>
              <a:rPr lang="en-US" sz="1120" b="1" dirty="0">
                <a:solidFill>
                  <a:srgbClr val="2F2F2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</a:t>
            </a:r>
            <a:r>
              <a:rPr lang="en-US" sz="1120" b="1" dirty="0" err="1">
                <a:solidFill>
                  <a:srgbClr val="2F2F2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моделей</a:t>
            </a:r>
            <a:r>
              <a:rPr lang="en-US" sz="1120" b="1" dirty="0">
                <a:solidFill>
                  <a:srgbClr val="2F2F2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:</a:t>
            </a:r>
          </a:p>
          <a:p>
            <a:pPr>
              <a:lnSpc>
                <a:spcPts val="1800"/>
              </a:lnSpc>
            </a:pPr>
            <a:r>
              <a:rPr lang="en-US" sz="1120" dirty="0" err="1">
                <a:solidFill>
                  <a:srgbClr val="2F2F2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Развитие</a:t>
            </a:r>
            <a:r>
              <a:rPr lang="en-US" sz="1120" dirty="0">
                <a:solidFill>
                  <a:srgbClr val="2F2F2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</a:t>
            </a:r>
            <a:r>
              <a:rPr lang="en-US" sz="1120" dirty="0" err="1">
                <a:solidFill>
                  <a:srgbClr val="2F2F2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алгоритмов</a:t>
            </a:r>
            <a:r>
              <a:rPr lang="en-US" sz="1120" dirty="0">
                <a:solidFill>
                  <a:srgbClr val="2F2F2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</a:t>
            </a:r>
            <a:r>
              <a:rPr lang="en-US" sz="1120" dirty="0" err="1">
                <a:solidFill>
                  <a:srgbClr val="2F2F2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машинного</a:t>
            </a:r>
            <a:r>
              <a:rPr lang="en-US" sz="1120" dirty="0">
                <a:solidFill>
                  <a:srgbClr val="2F2F2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</a:t>
            </a:r>
            <a:r>
              <a:rPr lang="en-US" sz="1120" dirty="0" err="1">
                <a:solidFill>
                  <a:srgbClr val="2F2F2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обучения</a:t>
            </a:r>
            <a:r>
              <a:rPr lang="en-US" sz="1120" dirty="0">
                <a:solidFill>
                  <a:srgbClr val="2F2F2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</a:t>
            </a:r>
            <a:r>
              <a:rPr lang="en-US" sz="1120" dirty="0" err="1">
                <a:solidFill>
                  <a:srgbClr val="2F2F2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для</a:t>
            </a:r>
            <a:r>
              <a:rPr lang="en-US" sz="1120" dirty="0">
                <a:solidFill>
                  <a:srgbClr val="2F2F2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</a:t>
            </a:r>
            <a:r>
              <a:rPr lang="en-US" sz="1120" dirty="0" err="1">
                <a:solidFill>
                  <a:srgbClr val="2F2F2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выявления</a:t>
            </a:r>
            <a:r>
              <a:rPr lang="en-US" sz="1120" dirty="0">
                <a:solidFill>
                  <a:srgbClr val="2F2F2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</a:t>
            </a:r>
            <a:r>
              <a:rPr lang="en-US" sz="1120" dirty="0" err="1">
                <a:solidFill>
                  <a:srgbClr val="2F2F2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пользовательских</a:t>
            </a:r>
            <a:r>
              <a:rPr lang="en-US" sz="1120" dirty="0">
                <a:solidFill>
                  <a:srgbClr val="2F2F2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</a:t>
            </a:r>
            <a:r>
              <a:rPr lang="en-US" sz="1120" dirty="0" err="1">
                <a:solidFill>
                  <a:srgbClr val="2F2F2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предпочтений</a:t>
            </a:r>
            <a:r>
              <a:rPr lang="en-US" sz="1120" dirty="0">
                <a:solidFill>
                  <a:srgbClr val="2F2F2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.</a:t>
            </a:r>
          </a:p>
          <a:p>
            <a:pPr>
              <a:lnSpc>
                <a:spcPts val="1800"/>
              </a:lnSpc>
            </a:pPr>
            <a:endParaRPr lang="en-US" sz="1120" dirty="0"/>
          </a:p>
          <a:p>
            <a:pPr>
              <a:lnSpc>
                <a:spcPts val="1800"/>
              </a:lnSpc>
            </a:pPr>
            <a:r>
              <a:rPr lang="en-US" sz="1120" b="1" dirty="0" err="1">
                <a:solidFill>
                  <a:srgbClr val="2F2F2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Генерация</a:t>
            </a:r>
            <a:r>
              <a:rPr lang="en-US" sz="1120" b="1" dirty="0">
                <a:solidFill>
                  <a:srgbClr val="2F2F2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</a:t>
            </a:r>
            <a:r>
              <a:rPr lang="en-US" sz="1120" b="1" dirty="0" err="1">
                <a:solidFill>
                  <a:srgbClr val="2F2F2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рекомендаций</a:t>
            </a:r>
            <a:r>
              <a:rPr lang="en-US" sz="1120" b="1" dirty="0">
                <a:solidFill>
                  <a:srgbClr val="2F2F2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:</a:t>
            </a:r>
          </a:p>
          <a:p>
            <a:pPr>
              <a:lnSpc>
                <a:spcPts val="1800"/>
              </a:lnSpc>
            </a:pPr>
            <a:r>
              <a:rPr lang="en-US" sz="1120" dirty="0" err="1">
                <a:solidFill>
                  <a:srgbClr val="2F2F2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Создание</a:t>
            </a:r>
            <a:r>
              <a:rPr lang="en-US" sz="1120" dirty="0">
                <a:solidFill>
                  <a:srgbClr val="2F2F2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</a:t>
            </a:r>
            <a:r>
              <a:rPr lang="en-US" sz="1120" dirty="0" err="1">
                <a:solidFill>
                  <a:srgbClr val="2F2F2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и</a:t>
            </a:r>
            <a:r>
              <a:rPr lang="en-US" sz="1120" dirty="0">
                <a:solidFill>
                  <a:srgbClr val="2F2F2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</a:t>
            </a:r>
            <a:r>
              <a:rPr lang="en-US" sz="1120" dirty="0" err="1">
                <a:solidFill>
                  <a:srgbClr val="2F2F2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отображения</a:t>
            </a:r>
            <a:r>
              <a:rPr lang="en-US" sz="1120" dirty="0">
                <a:solidFill>
                  <a:srgbClr val="2F2F2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</a:t>
            </a:r>
            <a:r>
              <a:rPr lang="en-US" sz="1120" dirty="0" err="1">
                <a:solidFill>
                  <a:srgbClr val="2F2F2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персонализированных</a:t>
            </a:r>
            <a:r>
              <a:rPr lang="en-US" sz="1120" dirty="0">
                <a:solidFill>
                  <a:srgbClr val="2F2F2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</a:t>
            </a:r>
            <a:r>
              <a:rPr lang="en-US" sz="1120" dirty="0" err="1">
                <a:solidFill>
                  <a:srgbClr val="2F2F2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подборок</a:t>
            </a:r>
            <a:r>
              <a:rPr lang="en-US" sz="1120" dirty="0">
                <a:solidFill>
                  <a:srgbClr val="2F2F2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</a:t>
            </a:r>
            <a:r>
              <a:rPr lang="en-US" sz="1120" dirty="0" err="1">
                <a:solidFill>
                  <a:srgbClr val="2F2F2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товаров</a:t>
            </a:r>
            <a:r>
              <a:rPr lang="en-US" sz="1120" dirty="0">
                <a:solidFill>
                  <a:srgbClr val="2F2F2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</a:t>
            </a:r>
            <a:r>
              <a:rPr lang="en-US" sz="1120" dirty="0" err="1">
                <a:solidFill>
                  <a:srgbClr val="2F2F2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в</a:t>
            </a:r>
            <a:r>
              <a:rPr lang="en-US" sz="1120" dirty="0">
                <a:solidFill>
                  <a:srgbClr val="2F2F2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</a:t>
            </a:r>
            <a:r>
              <a:rPr lang="en-US" sz="1120" dirty="0" err="1">
                <a:solidFill>
                  <a:srgbClr val="2F2F2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реальном</a:t>
            </a:r>
            <a:r>
              <a:rPr lang="en-US" sz="1120" dirty="0">
                <a:solidFill>
                  <a:srgbClr val="2F2F2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</a:t>
            </a:r>
            <a:r>
              <a:rPr lang="en-US" sz="1120" dirty="0" err="1">
                <a:solidFill>
                  <a:srgbClr val="2F2F2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времени</a:t>
            </a:r>
            <a:r>
              <a:rPr lang="en-US" sz="1120" dirty="0">
                <a:solidFill>
                  <a:srgbClr val="2F2F2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.</a:t>
            </a:r>
            <a:endParaRPr lang="en-US" sz="1120" dirty="0"/>
          </a:p>
          <a:p>
            <a:pPr marL="0" indent="0">
              <a:lnSpc>
                <a:spcPts val="1800"/>
              </a:lnSpc>
              <a:buNone/>
            </a:pPr>
            <a:endParaRPr lang="en-US" sz="1120" dirty="0"/>
          </a:p>
        </p:txBody>
      </p:sp>
      <p:sp>
        <p:nvSpPr>
          <p:cNvPr id="24" name="Text 8"/>
          <p:cNvSpPr/>
          <p:nvPr/>
        </p:nvSpPr>
        <p:spPr>
          <a:xfrm>
            <a:off x="6438900" y="1304925"/>
            <a:ext cx="4819650" cy="285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2400"/>
              </a:lnSpc>
              <a:buNone/>
            </a:pPr>
            <a:r>
              <a:rPr lang="en-US" sz="1646" b="1" dirty="0">
                <a:solidFill>
                  <a:srgbClr val="0A2A4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Подсистема транзакций и монетизации</a:t>
            </a:r>
            <a:endParaRPr lang="en-US" sz="1646" dirty="0"/>
          </a:p>
        </p:txBody>
      </p:sp>
      <p:sp>
        <p:nvSpPr>
          <p:cNvPr id="25" name="Text 9"/>
          <p:cNvSpPr/>
          <p:nvPr/>
        </p:nvSpPr>
        <p:spPr>
          <a:xfrm>
            <a:off x="6705601" y="1866900"/>
            <a:ext cx="2469025" cy="2441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2100"/>
              </a:lnSpc>
              <a:buNone/>
            </a:pPr>
            <a:r>
              <a:rPr lang="en-US" sz="1260" b="1" dirty="0">
                <a:solidFill>
                  <a:srgbClr val="0A2A4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Цель</a:t>
            </a:r>
            <a:endParaRPr lang="en-US" sz="1260" dirty="0"/>
          </a:p>
        </p:txBody>
      </p:sp>
      <p:sp>
        <p:nvSpPr>
          <p:cNvPr id="26" name="Text 10"/>
          <p:cNvSpPr/>
          <p:nvPr/>
        </p:nvSpPr>
        <p:spPr>
          <a:xfrm>
            <a:off x="6705601" y="2314202"/>
            <a:ext cx="48387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800"/>
              </a:lnSpc>
              <a:buNone/>
            </a:pPr>
            <a:r>
              <a:rPr lang="en-US" sz="1120" dirty="0">
                <a:solidFill>
                  <a:srgbClr val="2F2F2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Обеспечение безопасных финансовых операций и генерация дохода для платформы.</a:t>
            </a:r>
            <a:endParaRPr lang="en-US" sz="1120" dirty="0"/>
          </a:p>
        </p:txBody>
      </p:sp>
      <p:sp>
        <p:nvSpPr>
          <p:cNvPr id="27" name="Text 11"/>
          <p:cNvSpPr/>
          <p:nvPr/>
        </p:nvSpPr>
        <p:spPr>
          <a:xfrm>
            <a:off x="6705601" y="3085761"/>
            <a:ext cx="557403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2100"/>
              </a:lnSpc>
              <a:buNone/>
            </a:pPr>
            <a:r>
              <a:rPr lang="en-US" sz="1260" b="1" dirty="0">
                <a:solidFill>
                  <a:srgbClr val="0A2A4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Задачи</a:t>
            </a:r>
            <a:endParaRPr lang="en-US" sz="1260" dirty="0"/>
          </a:p>
        </p:txBody>
      </p:sp>
      <p:sp>
        <p:nvSpPr>
          <p:cNvPr id="28" name="Text 12"/>
          <p:cNvSpPr/>
          <p:nvPr/>
        </p:nvSpPr>
        <p:spPr>
          <a:xfrm>
            <a:off x="6814731" y="3533403"/>
            <a:ext cx="4876800" cy="21881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120" b="1" dirty="0">
                <a:solidFill>
                  <a:srgbClr val="2F2F2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Управление </a:t>
            </a:r>
            <a:r>
              <a:rPr lang="en-US" sz="1120" b="1" dirty="0" err="1">
                <a:solidFill>
                  <a:srgbClr val="2F2F2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корзиной</a:t>
            </a:r>
            <a:r>
              <a:rPr lang="en-US" sz="1120" b="1" dirty="0">
                <a:solidFill>
                  <a:srgbClr val="2F2F2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:</a:t>
            </a:r>
          </a:p>
          <a:p>
            <a:pPr marL="0" indent="0">
              <a:lnSpc>
                <a:spcPts val="1800"/>
              </a:lnSpc>
              <a:buNone/>
            </a:pPr>
            <a:r>
              <a:rPr lang="en-US" sz="1120" dirty="0" err="1">
                <a:solidFill>
                  <a:srgbClr val="2F2F2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Добавление</a:t>
            </a:r>
            <a:r>
              <a:rPr lang="en-US" sz="1120" dirty="0">
                <a:solidFill>
                  <a:srgbClr val="2F2F2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и редактирование товаров, оформление заказов, управление </a:t>
            </a:r>
            <a:r>
              <a:rPr lang="en-US" sz="1120" dirty="0" err="1">
                <a:solidFill>
                  <a:srgbClr val="2F2F2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статусами</a:t>
            </a:r>
            <a:r>
              <a:rPr lang="en-US" sz="1120" dirty="0">
                <a:solidFill>
                  <a:srgbClr val="2F2F2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.</a:t>
            </a:r>
          </a:p>
          <a:p>
            <a:pPr marL="0" indent="0">
              <a:lnSpc>
                <a:spcPts val="1800"/>
              </a:lnSpc>
              <a:buNone/>
            </a:pPr>
            <a:endParaRPr lang="en-US" sz="1120" dirty="0">
              <a:solidFill>
                <a:srgbClr val="2F2F2F"/>
              </a:solidFill>
              <a:latin typeface="Lato" pitchFamily="34" charset="0"/>
              <a:ea typeface="Lato" pitchFamily="34" charset="-122"/>
              <a:cs typeface="Lato" pitchFamily="34" charset="-120"/>
            </a:endParaRPr>
          </a:p>
          <a:p>
            <a:pPr>
              <a:lnSpc>
                <a:spcPts val="1800"/>
              </a:lnSpc>
            </a:pPr>
            <a:r>
              <a:rPr lang="en-US" sz="1120" b="1" dirty="0" err="1">
                <a:solidFill>
                  <a:srgbClr val="2F2F2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Интеграция</a:t>
            </a:r>
            <a:r>
              <a:rPr lang="en-US" sz="1120" b="1" dirty="0">
                <a:solidFill>
                  <a:srgbClr val="2F2F2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</a:t>
            </a:r>
            <a:r>
              <a:rPr lang="en-US" sz="1120" b="1" dirty="0" err="1">
                <a:solidFill>
                  <a:srgbClr val="2F2F2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с</a:t>
            </a:r>
            <a:r>
              <a:rPr lang="en-US" sz="1120" b="1" dirty="0">
                <a:solidFill>
                  <a:srgbClr val="2F2F2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</a:t>
            </a:r>
            <a:r>
              <a:rPr lang="en-US" sz="1120" b="1" dirty="0" err="1">
                <a:solidFill>
                  <a:srgbClr val="2F2F2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платежными</a:t>
            </a:r>
            <a:r>
              <a:rPr lang="en-US" sz="1120" b="1" dirty="0">
                <a:solidFill>
                  <a:srgbClr val="2F2F2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</a:t>
            </a:r>
            <a:r>
              <a:rPr lang="en-US" sz="1120" b="1" dirty="0" err="1">
                <a:solidFill>
                  <a:srgbClr val="2F2F2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системами</a:t>
            </a:r>
            <a:r>
              <a:rPr lang="en-US" sz="1120" b="1" dirty="0">
                <a:solidFill>
                  <a:srgbClr val="2F2F2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:</a:t>
            </a:r>
          </a:p>
          <a:p>
            <a:pPr>
              <a:lnSpc>
                <a:spcPts val="1800"/>
              </a:lnSpc>
            </a:pPr>
            <a:r>
              <a:rPr lang="en-US" sz="1120" dirty="0" err="1">
                <a:solidFill>
                  <a:srgbClr val="2F2F2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Соединение</a:t>
            </a:r>
            <a:r>
              <a:rPr lang="en-US" sz="1120" dirty="0">
                <a:solidFill>
                  <a:srgbClr val="2F2F2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</a:t>
            </a:r>
            <a:r>
              <a:rPr lang="en-US" sz="1120" dirty="0" err="1">
                <a:solidFill>
                  <a:srgbClr val="2F2F2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с</a:t>
            </a:r>
            <a:r>
              <a:rPr lang="en-US" sz="1120" dirty="0">
                <a:solidFill>
                  <a:srgbClr val="2F2F2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</a:t>
            </a:r>
            <a:r>
              <a:rPr lang="en-US" sz="1120" dirty="0" err="1">
                <a:solidFill>
                  <a:srgbClr val="2F2F2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внешними</a:t>
            </a:r>
            <a:r>
              <a:rPr lang="en-US" sz="1120" dirty="0">
                <a:solidFill>
                  <a:srgbClr val="2F2F2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</a:t>
            </a:r>
            <a:r>
              <a:rPr lang="en-US" sz="1120" dirty="0" err="1">
                <a:solidFill>
                  <a:srgbClr val="2F2F2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платежными</a:t>
            </a:r>
            <a:r>
              <a:rPr lang="en-US" sz="1120" dirty="0">
                <a:solidFill>
                  <a:srgbClr val="2F2F2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</a:t>
            </a:r>
            <a:r>
              <a:rPr lang="en-US" sz="1120" dirty="0" err="1">
                <a:solidFill>
                  <a:srgbClr val="2F2F2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шлюзами</a:t>
            </a:r>
            <a:r>
              <a:rPr lang="en-US" sz="1120" dirty="0">
                <a:solidFill>
                  <a:srgbClr val="2F2F2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</a:t>
            </a:r>
            <a:r>
              <a:rPr lang="en-US" sz="1120" dirty="0" err="1">
                <a:solidFill>
                  <a:srgbClr val="2F2F2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для</a:t>
            </a:r>
            <a:r>
              <a:rPr lang="en-US" sz="1120" dirty="0">
                <a:solidFill>
                  <a:srgbClr val="2F2F2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</a:t>
            </a:r>
            <a:r>
              <a:rPr lang="en-US" sz="1120" dirty="0" err="1">
                <a:solidFill>
                  <a:srgbClr val="2F2F2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обработки</a:t>
            </a:r>
            <a:r>
              <a:rPr lang="en-US" sz="1120" dirty="0">
                <a:solidFill>
                  <a:srgbClr val="2F2F2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</a:t>
            </a:r>
            <a:r>
              <a:rPr lang="en-US" sz="1120" dirty="0" err="1">
                <a:solidFill>
                  <a:srgbClr val="2F2F2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транзакций</a:t>
            </a:r>
            <a:r>
              <a:rPr lang="en-US" sz="1120" dirty="0">
                <a:solidFill>
                  <a:srgbClr val="2F2F2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.</a:t>
            </a:r>
            <a:endParaRPr lang="en-US" sz="1120" dirty="0"/>
          </a:p>
          <a:p>
            <a:pPr marL="0" indent="0">
              <a:lnSpc>
                <a:spcPts val="1800"/>
              </a:lnSpc>
              <a:buNone/>
            </a:pPr>
            <a:endParaRPr lang="en-US" sz="1120" dirty="0"/>
          </a:p>
          <a:p>
            <a:pPr>
              <a:lnSpc>
                <a:spcPts val="1800"/>
              </a:lnSpc>
            </a:pPr>
            <a:r>
              <a:rPr lang="en-US" sz="1120" b="1" dirty="0" err="1">
                <a:solidFill>
                  <a:srgbClr val="2F2F2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Расчет</a:t>
            </a:r>
            <a:r>
              <a:rPr lang="en-US" sz="1120" b="1" dirty="0">
                <a:solidFill>
                  <a:srgbClr val="2F2F2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</a:t>
            </a:r>
            <a:r>
              <a:rPr lang="en-US" sz="1120" b="1" dirty="0" err="1">
                <a:solidFill>
                  <a:srgbClr val="2F2F2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комиссий</a:t>
            </a:r>
            <a:r>
              <a:rPr lang="en-US" sz="1120" b="1" dirty="0">
                <a:solidFill>
                  <a:srgbClr val="2F2F2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:</a:t>
            </a:r>
          </a:p>
          <a:p>
            <a:pPr>
              <a:lnSpc>
                <a:spcPts val="1800"/>
              </a:lnSpc>
            </a:pPr>
            <a:r>
              <a:rPr lang="en-US" sz="1120" dirty="0" err="1">
                <a:solidFill>
                  <a:srgbClr val="2F2F2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Вычисление</a:t>
            </a:r>
            <a:r>
              <a:rPr lang="en-US" sz="1120" dirty="0">
                <a:solidFill>
                  <a:srgbClr val="2F2F2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</a:t>
            </a:r>
            <a:r>
              <a:rPr lang="en-US" sz="1120" dirty="0" err="1">
                <a:solidFill>
                  <a:srgbClr val="2F2F2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и</a:t>
            </a:r>
            <a:r>
              <a:rPr lang="en-US" sz="1120" dirty="0">
                <a:solidFill>
                  <a:srgbClr val="2F2F2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</a:t>
            </a:r>
            <a:r>
              <a:rPr lang="en-US" sz="1120" dirty="0" err="1">
                <a:solidFill>
                  <a:srgbClr val="2F2F2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взимание</a:t>
            </a:r>
            <a:r>
              <a:rPr lang="en-US" sz="1120" dirty="0">
                <a:solidFill>
                  <a:srgbClr val="2F2F2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</a:t>
            </a:r>
            <a:r>
              <a:rPr lang="en-US" sz="1120" dirty="0" err="1">
                <a:solidFill>
                  <a:srgbClr val="2F2F2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комиссий</a:t>
            </a:r>
            <a:r>
              <a:rPr lang="en-US" sz="1120" dirty="0">
                <a:solidFill>
                  <a:srgbClr val="2F2F2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</a:t>
            </a:r>
            <a:r>
              <a:rPr lang="en-US" sz="1120" dirty="0" err="1">
                <a:solidFill>
                  <a:srgbClr val="2F2F2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с</a:t>
            </a:r>
            <a:r>
              <a:rPr lang="en-US" sz="1120" dirty="0">
                <a:solidFill>
                  <a:srgbClr val="2F2F2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</a:t>
            </a:r>
            <a:r>
              <a:rPr lang="en-US" sz="1120" dirty="0" err="1">
                <a:solidFill>
                  <a:srgbClr val="2F2F2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продавцов</a:t>
            </a:r>
            <a:r>
              <a:rPr lang="en-US" sz="1120" dirty="0">
                <a:solidFill>
                  <a:srgbClr val="2F2F2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, </a:t>
            </a:r>
            <a:r>
              <a:rPr lang="en-US" sz="1120" dirty="0" err="1">
                <a:solidFill>
                  <a:srgbClr val="2F2F2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управление</a:t>
            </a:r>
            <a:r>
              <a:rPr lang="en-US" sz="1120" dirty="0">
                <a:solidFill>
                  <a:srgbClr val="2F2F2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</a:t>
            </a:r>
            <a:r>
              <a:rPr lang="en-US" sz="1120" dirty="0" err="1">
                <a:solidFill>
                  <a:srgbClr val="2F2F2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финансовым</a:t>
            </a:r>
            <a:r>
              <a:rPr lang="en-US" sz="1120" dirty="0">
                <a:solidFill>
                  <a:srgbClr val="2F2F2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</a:t>
            </a:r>
            <a:r>
              <a:rPr lang="en-US" sz="1120" dirty="0" err="1">
                <a:solidFill>
                  <a:srgbClr val="2F2F2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потоком</a:t>
            </a:r>
            <a:r>
              <a:rPr lang="en-US" sz="1120" dirty="0">
                <a:solidFill>
                  <a:srgbClr val="2F2F2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.</a:t>
            </a:r>
            <a:endParaRPr lang="en-US" sz="1120" dirty="0"/>
          </a:p>
          <a:p>
            <a:pPr marL="0" indent="0">
              <a:lnSpc>
                <a:spcPts val="1800"/>
              </a:lnSpc>
              <a:buNone/>
            </a:pPr>
            <a:endParaRPr lang="en-US" sz="1120" dirty="0"/>
          </a:p>
        </p:txBody>
      </p:sp>
      <p:pic>
        <p:nvPicPr>
          <p:cNvPr id="32" name="Image 5" descr="preencoded.png">
            <a:extLst>
              <a:ext uri="{FF2B5EF4-FFF2-40B4-BE49-F238E27FC236}">
                <a16:creationId xmlns:a16="http://schemas.microsoft.com/office/drawing/2014/main" id="{1DA20E12-242B-7DE3-AB36-919E9BE1FD0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1920506"/>
            <a:ext cx="190500" cy="190500"/>
          </a:xfrm>
          <a:prstGeom prst="rect">
            <a:avLst/>
          </a:prstGeom>
        </p:spPr>
      </p:pic>
      <p:pic>
        <p:nvPicPr>
          <p:cNvPr id="33" name="Image 7" descr="preencoded.png">
            <a:extLst>
              <a:ext uri="{FF2B5EF4-FFF2-40B4-BE49-F238E27FC236}">
                <a16:creationId xmlns:a16="http://schemas.microsoft.com/office/drawing/2014/main" id="{6D78C02E-4C7A-B281-DFD8-19EB3EA6E9D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3161961"/>
            <a:ext cx="190500" cy="190500"/>
          </a:xfrm>
          <a:prstGeom prst="rect">
            <a:avLst/>
          </a:prstGeom>
        </p:spPr>
      </p:pic>
      <p:pic>
        <p:nvPicPr>
          <p:cNvPr id="34" name="Image 11" descr="preencoded.png">
            <a:extLst>
              <a:ext uri="{FF2B5EF4-FFF2-40B4-BE49-F238E27FC236}">
                <a16:creationId xmlns:a16="http://schemas.microsoft.com/office/drawing/2014/main" id="{BB746E1A-3602-C01C-C6D2-F74A126EAE0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38902" y="1921908"/>
            <a:ext cx="190500" cy="190500"/>
          </a:xfrm>
          <a:prstGeom prst="rect">
            <a:avLst/>
          </a:prstGeom>
        </p:spPr>
      </p:pic>
      <p:pic>
        <p:nvPicPr>
          <p:cNvPr id="35" name="Image 13" descr="preencoded.png">
            <a:extLst>
              <a:ext uri="{FF2B5EF4-FFF2-40B4-BE49-F238E27FC236}">
                <a16:creationId xmlns:a16="http://schemas.microsoft.com/office/drawing/2014/main" id="{67632E0E-A00F-AA29-6A6F-8D7081FB0E7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38902" y="3161961"/>
            <a:ext cx="190500" cy="190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762000"/>
            <a:ext cx="914400" cy="381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2019300"/>
            <a:ext cx="609600" cy="619125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0100" y="2133600"/>
            <a:ext cx="381000" cy="3810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9799" y="3748087"/>
            <a:ext cx="3098750" cy="9906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4099" y="3890962"/>
            <a:ext cx="104775" cy="13335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46550" y="2019300"/>
            <a:ext cx="609600" cy="619125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60850" y="2133600"/>
            <a:ext cx="381000" cy="3810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479875" y="3744530"/>
            <a:ext cx="3098750" cy="11811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94175" y="3887405"/>
            <a:ext cx="104775" cy="13335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407301" y="2019300"/>
            <a:ext cx="657225" cy="619125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521601" y="2133600"/>
            <a:ext cx="428625" cy="3810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319951" y="3743325"/>
            <a:ext cx="3098899" cy="9906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34251" y="3886200"/>
            <a:ext cx="104775" cy="133350"/>
          </a:xfrm>
          <a:prstGeom prst="rect">
            <a:avLst/>
          </a:prstGeom>
        </p:spPr>
      </p:pic>
      <p:sp>
        <p:nvSpPr>
          <p:cNvPr id="19" name="Text 0"/>
          <p:cNvSpPr/>
          <p:nvPr/>
        </p:nvSpPr>
        <p:spPr>
          <a:xfrm>
            <a:off x="457200" y="304800"/>
            <a:ext cx="100584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3000"/>
              </a:lnSpc>
              <a:buNone/>
            </a:pPr>
            <a:r>
              <a:rPr lang="en-US" sz="2426" b="1" dirty="0">
                <a:solidFill>
                  <a:srgbClr val="0A2A4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Описание функционирования: Сценарии использования</a:t>
            </a:r>
            <a:endParaRPr lang="en-US" sz="2426" dirty="0"/>
          </a:p>
        </p:txBody>
      </p:sp>
      <p:sp>
        <p:nvSpPr>
          <p:cNvPr id="20" name="Text 1"/>
          <p:cNvSpPr/>
          <p:nvPr/>
        </p:nvSpPr>
        <p:spPr>
          <a:xfrm>
            <a:off x="457200" y="1028700"/>
            <a:ext cx="112776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2100"/>
              </a:lnSpc>
              <a:buNone/>
            </a:pPr>
            <a:r>
              <a:rPr lang="en-US" sz="1260" dirty="0">
                <a:solidFill>
                  <a:srgbClr val="2F2F2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Система маркетплейса с подсистемой персонализированных рекомендаций поддерживает несколько ключевых сценариев использования, отражающих взаимодействие различных типов пользователей с платформой.</a:t>
            </a:r>
            <a:endParaRPr lang="en-US" sz="1260" dirty="0"/>
          </a:p>
        </p:txBody>
      </p:sp>
      <p:sp>
        <p:nvSpPr>
          <p:cNvPr id="21" name="Text 2"/>
          <p:cNvSpPr/>
          <p:nvPr/>
        </p:nvSpPr>
        <p:spPr>
          <a:xfrm>
            <a:off x="1409700" y="2024062"/>
            <a:ext cx="2514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2400"/>
              </a:lnSpc>
              <a:buNone/>
            </a:pPr>
            <a:r>
              <a:rPr lang="en-US" sz="1646" b="1" dirty="0">
                <a:solidFill>
                  <a:srgbClr val="0A2A4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Целенаправленный поиск</a:t>
            </a:r>
            <a:endParaRPr lang="en-US" sz="1646" dirty="0"/>
          </a:p>
        </p:txBody>
      </p:sp>
      <p:sp>
        <p:nvSpPr>
          <p:cNvPr id="22" name="Text 3"/>
          <p:cNvSpPr/>
          <p:nvPr/>
        </p:nvSpPr>
        <p:spPr>
          <a:xfrm>
            <a:off x="685800" y="2790825"/>
            <a:ext cx="30987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800"/>
              </a:lnSpc>
              <a:buNone/>
            </a:pPr>
            <a:r>
              <a:rPr lang="en-US" sz="1120" dirty="0">
                <a:solidFill>
                  <a:srgbClr val="2F2F2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Покупатель активно ищет конкретный товар, используя поисковые запросы, фильтры и категории.</a:t>
            </a:r>
            <a:endParaRPr lang="en-US" sz="1120" dirty="0"/>
          </a:p>
        </p:txBody>
      </p:sp>
      <p:sp>
        <p:nvSpPr>
          <p:cNvPr id="23" name="Text 4"/>
          <p:cNvSpPr/>
          <p:nvPr/>
        </p:nvSpPr>
        <p:spPr>
          <a:xfrm>
            <a:off x="935074" y="3862387"/>
            <a:ext cx="28701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500"/>
              </a:lnSpc>
              <a:buNone/>
            </a:pPr>
            <a:r>
              <a:rPr lang="en-US" sz="980" dirty="0">
                <a:solidFill>
                  <a:srgbClr val="2F2F2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Система предоставляет релевантные результаты, основываясь на точном соответствии запросу и, при необходимости, учитывая историю поиска пользователя.</a:t>
            </a:r>
            <a:endParaRPr lang="en-US" sz="980" dirty="0"/>
          </a:p>
        </p:txBody>
      </p:sp>
      <p:sp>
        <p:nvSpPr>
          <p:cNvPr id="24" name="Text 5"/>
          <p:cNvSpPr/>
          <p:nvPr/>
        </p:nvSpPr>
        <p:spPr>
          <a:xfrm>
            <a:off x="5270450" y="2176463"/>
            <a:ext cx="25984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2400"/>
              </a:lnSpc>
              <a:buNone/>
            </a:pPr>
            <a:r>
              <a:rPr lang="en-US" sz="1646" b="1" dirty="0">
                <a:solidFill>
                  <a:srgbClr val="0A2A4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Просмотр и выбор</a:t>
            </a:r>
            <a:endParaRPr lang="en-US" sz="1646" dirty="0"/>
          </a:p>
        </p:txBody>
      </p:sp>
      <p:sp>
        <p:nvSpPr>
          <p:cNvPr id="25" name="Text 6"/>
          <p:cNvSpPr/>
          <p:nvPr/>
        </p:nvSpPr>
        <p:spPr>
          <a:xfrm>
            <a:off x="4546550" y="2790825"/>
            <a:ext cx="30987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800"/>
              </a:lnSpc>
              <a:buNone/>
            </a:pPr>
            <a:r>
              <a:rPr lang="en-US" sz="1120" dirty="0">
                <a:solidFill>
                  <a:srgbClr val="2F2F2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Пользователь исследует категории товаров, просматривает рекомендации и изучает предложения без конкретной цели покупки.</a:t>
            </a:r>
            <a:endParaRPr lang="en-US" sz="1120" dirty="0"/>
          </a:p>
        </p:txBody>
      </p:sp>
      <p:sp>
        <p:nvSpPr>
          <p:cNvPr id="26" name="Text 7"/>
          <p:cNvSpPr/>
          <p:nvPr/>
        </p:nvSpPr>
        <p:spPr>
          <a:xfrm>
            <a:off x="4775150" y="3858830"/>
            <a:ext cx="28701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500"/>
              </a:lnSpc>
              <a:buNone/>
            </a:pPr>
            <a:r>
              <a:rPr lang="en-US" sz="980" dirty="0">
                <a:solidFill>
                  <a:srgbClr val="2F2F2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В этом сценарии рекомендательная система играет ключевую роль, предлагая товары, которые могут заинтересовать пользователя на основе его предыдущих просмотров и предпочтений.</a:t>
            </a:r>
            <a:endParaRPr lang="en-US" sz="980" dirty="0"/>
          </a:p>
        </p:txBody>
      </p:sp>
      <p:sp>
        <p:nvSpPr>
          <p:cNvPr id="27" name="Text 8"/>
          <p:cNvSpPr/>
          <p:nvPr/>
        </p:nvSpPr>
        <p:spPr>
          <a:xfrm>
            <a:off x="9178826" y="2176463"/>
            <a:ext cx="245173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2400"/>
              </a:lnSpc>
              <a:buNone/>
            </a:pPr>
            <a:r>
              <a:rPr lang="en-US" sz="1646" b="1" dirty="0">
                <a:solidFill>
                  <a:srgbClr val="0A2A4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Продажа товаров</a:t>
            </a:r>
            <a:endParaRPr lang="en-US" sz="1646" dirty="0"/>
          </a:p>
        </p:txBody>
      </p:sp>
      <p:sp>
        <p:nvSpPr>
          <p:cNvPr id="28" name="Text 9"/>
          <p:cNvSpPr/>
          <p:nvPr/>
        </p:nvSpPr>
        <p:spPr>
          <a:xfrm>
            <a:off x="8407301" y="2790825"/>
            <a:ext cx="309889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800"/>
              </a:lnSpc>
              <a:buNone/>
            </a:pPr>
            <a:r>
              <a:rPr lang="en-US" sz="1120" dirty="0">
                <a:solidFill>
                  <a:srgbClr val="2F2F2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Продавец использует платформу для управления своим бизнесом, включая добавление и редактирование товаров, обработку заказов и управление запасами.</a:t>
            </a:r>
            <a:endParaRPr lang="en-US" sz="1120" dirty="0"/>
          </a:p>
        </p:txBody>
      </p:sp>
      <p:sp>
        <p:nvSpPr>
          <p:cNvPr id="29" name="Text 10"/>
          <p:cNvSpPr/>
          <p:nvPr/>
        </p:nvSpPr>
        <p:spPr>
          <a:xfrm>
            <a:off x="8615226" y="3857625"/>
            <a:ext cx="2870299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500"/>
              </a:lnSpc>
              <a:buNone/>
            </a:pPr>
            <a:r>
              <a:rPr lang="en-US" sz="980" dirty="0">
                <a:solidFill>
                  <a:srgbClr val="2F2F2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Этот сценарий охватывает все аспекты управления магазином на маркетплейсе, включая взаимодействие с покупателями и финансовую аспекты.</a:t>
            </a:r>
            <a:endParaRPr lang="en-US" sz="9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762000"/>
            <a:ext cx="914400" cy="381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1028700"/>
            <a:ext cx="5524500" cy="24384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1257300"/>
            <a:ext cx="457200" cy="4572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1525" y="1333500"/>
            <a:ext cx="285750" cy="3048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5800" y="3076575"/>
            <a:ext cx="133350" cy="13335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40928" y="2476500"/>
            <a:ext cx="5524500" cy="24384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69528" y="2705100"/>
            <a:ext cx="457200" cy="4572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698116" y="2781300"/>
            <a:ext cx="200025" cy="3048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69528" y="4524375"/>
            <a:ext cx="133350" cy="13335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57200" y="3695700"/>
            <a:ext cx="5524500" cy="24384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85800" y="3924300"/>
            <a:ext cx="457200" cy="4572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85813" y="4000500"/>
            <a:ext cx="257175" cy="3048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5800" y="5743575"/>
            <a:ext cx="133350" cy="133350"/>
          </a:xfrm>
          <a:prstGeom prst="rect">
            <a:avLst/>
          </a:prstGeom>
        </p:spPr>
      </p:pic>
      <p:sp>
        <p:nvSpPr>
          <p:cNvPr id="20" name="Text 0"/>
          <p:cNvSpPr/>
          <p:nvPr/>
        </p:nvSpPr>
        <p:spPr>
          <a:xfrm>
            <a:off x="457200" y="304800"/>
            <a:ext cx="1240536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3000"/>
              </a:lnSpc>
              <a:buNone/>
            </a:pPr>
            <a:r>
              <a:rPr lang="en-US" sz="2426" b="1" dirty="0">
                <a:solidFill>
                  <a:srgbClr val="0A2A4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Описание функционирования: Основные режимы работы</a:t>
            </a:r>
            <a:endParaRPr lang="en-US" sz="2426" dirty="0"/>
          </a:p>
        </p:txBody>
      </p:sp>
      <p:sp>
        <p:nvSpPr>
          <p:cNvPr id="21" name="Text 1"/>
          <p:cNvSpPr/>
          <p:nvPr/>
        </p:nvSpPr>
        <p:spPr>
          <a:xfrm>
            <a:off x="1295400" y="1333500"/>
            <a:ext cx="174974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2400"/>
              </a:lnSpc>
              <a:buNone/>
            </a:pPr>
            <a:r>
              <a:rPr lang="en-US" sz="1646" b="1" dirty="0">
                <a:solidFill>
                  <a:srgbClr val="0A2A4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Режим гостя</a:t>
            </a:r>
            <a:endParaRPr lang="en-US" sz="1646" dirty="0"/>
          </a:p>
        </p:txBody>
      </p:sp>
      <p:sp>
        <p:nvSpPr>
          <p:cNvPr id="22" name="Text 2"/>
          <p:cNvSpPr/>
          <p:nvPr/>
        </p:nvSpPr>
        <p:spPr>
          <a:xfrm>
            <a:off x="685800" y="1866900"/>
            <a:ext cx="506730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800"/>
              </a:lnSpc>
              <a:buNone/>
            </a:pPr>
            <a:r>
              <a:rPr lang="en-US" sz="1120" dirty="0">
                <a:solidFill>
                  <a:srgbClr val="2F2F2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Пользователь может просматривать каталог товаров, использовать поиск, но не имеет доступа к функциям, требующим аутентификации, таким как добавление товаров в корзину или совершение покупки.</a:t>
            </a:r>
            <a:endParaRPr lang="en-US" sz="1120" dirty="0"/>
          </a:p>
        </p:txBody>
      </p:sp>
      <p:sp>
        <p:nvSpPr>
          <p:cNvPr id="23" name="Text 3"/>
          <p:cNvSpPr/>
          <p:nvPr/>
        </p:nvSpPr>
        <p:spPr>
          <a:xfrm>
            <a:off x="895350" y="3048000"/>
            <a:ext cx="197795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500"/>
              </a:lnSpc>
              <a:buNone/>
            </a:pPr>
            <a:r>
              <a:rPr lang="en-US" sz="980" dirty="0">
                <a:solidFill>
                  <a:srgbClr val="6B728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Основная функция: Бrowsing</a:t>
            </a:r>
            <a:endParaRPr lang="en-US" sz="980" dirty="0"/>
          </a:p>
        </p:txBody>
      </p:sp>
      <p:sp>
        <p:nvSpPr>
          <p:cNvPr id="24" name="Text 4"/>
          <p:cNvSpPr/>
          <p:nvPr/>
        </p:nvSpPr>
        <p:spPr>
          <a:xfrm>
            <a:off x="7179128" y="2781300"/>
            <a:ext cx="260889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2400"/>
              </a:lnSpc>
              <a:buNone/>
            </a:pPr>
            <a:r>
              <a:rPr lang="en-US" sz="1646" b="1" dirty="0">
                <a:solidFill>
                  <a:srgbClr val="0A2A4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Режим покупателя</a:t>
            </a:r>
            <a:endParaRPr lang="en-US" sz="1646" dirty="0"/>
          </a:p>
        </p:txBody>
      </p:sp>
      <p:sp>
        <p:nvSpPr>
          <p:cNvPr id="25" name="Text 5"/>
          <p:cNvSpPr/>
          <p:nvPr/>
        </p:nvSpPr>
        <p:spPr>
          <a:xfrm>
            <a:off x="6569528" y="3314700"/>
            <a:ext cx="506730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800"/>
              </a:lnSpc>
              <a:buNone/>
            </a:pPr>
            <a:r>
              <a:rPr lang="en-US" sz="1120" dirty="0">
                <a:solidFill>
                  <a:srgbClr val="2F2F2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Зарегистрированный и авторизованный пользователь, который может добавлять товары в корзину, оформлять заказы, просматривать историю покупок, оставлять отзывы и получать персонализированные рекомендации.</a:t>
            </a:r>
            <a:endParaRPr lang="en-US" sz="1120" dirty="0"/>
          </a:p>
        </p:txBody>
      </p:sp>
      <p:sp>
        <p:nvSpPr>
          <p:cNvPr id="26" name="Text 6"/>
          <p:cNvSpPr/>
          <p:nvPr/>
        </p:nvSpPr>
        <p:spPr>
          <a:xfrm>
            <a:off x="6779078" y="4495800"/>
            <a:ext cx="191230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500"/>
              </a:lnSpc>
              <a:buNone/>
            </a:pPr>
            <a:r>
              <a:rPr lang="en-US" sz="980" dirty="0">
                <a:solidFill>
                  <a:srgbClr val="6B728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Основная функция: Покупка</a:t>
            </a:r>
            <a:endParaRPr lang="en-US" sz="980" dirty="0"/>
          </a:p>
        </p:txBody>
      </p:sp>
      <p:sp>
        <p:nvSpPr>
          <p:cNvPr id="27" name="Text 7"/>
          <p:cNvSpPr/>
          <p:nvPr/>
        </p:nvSpPr>
        <p:spPr>
          <a:xfrm>
            <a:off x="1295400" y="4000500"/>
            <a:ext cx="236791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2400"/>
              </a:lnSpc>
              <a:buNone/>
            </a:pPr>
            <a:r>
              <a:rPr lang="en-US" sz="1646" b="1" dirty="0">
                <a:solidFill>
                  <a:srgbClr val="0A2A4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Режим продавца</a:t>
            </a:r>
            <a:endParaRPr lang="en-US" sz="1646" dirty="0"/>
          </a:p>
        </p:txBody>
      </p:sp>
      <p:sp>
        <p:nvSpPr>
          <p:cNvPr id="28" name="Text 8"/>
          <p:cNvSpPr/>
          <p:nvPr/>
        </p:nvSpPr>
        <p:spPr>
          <a:xfrm>
            <a:off x="685800" y="4533900"/>
            <a:ext cx="506730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800"/>
              </a:lnSpc>
              <a:buNone/>
            </a:pPr>
            <a:r>
              <a:rPr lang="en-US" sz="1120" dirty="0">
                <a:solidFill>
                  <a:srgbClr val="2F2F2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Авторизованный пользователь, имеющий доступ к инструментам управления магазином, включая добавление/редактирование товаров, управление заказами, просмотр статистики продаж и взаимодействие с покупателями.</a:t>
            </a:r>
            <a:endParaRPr lang="en-US" sz="1120" dirty="0"/>
          </a:p>
        </p:txBody>
      </p:sp>
      <p:sp>
        <p:nvSpPr>
          <p:cNvPr id="29" name="Text 9"/>
          <p:cNvSpPr/>
          <p:nvPr/>
        </p:nvSpPr>
        <p:spPr>
          <a:xfrm>
            <a:off x="895350" y="5715000"/>
            <a:ext cx="21732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500"/>
              </a:lnSpc>
              <a:buNone/>
            </a:pPr>
            <a:r>
              <a:rPr lang="en-US" sz="980" dirty="0">
                <a:solidFill>
                  <a:srgbClr val="6B728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Основная функция: Управление</a:t>
            </a:r>
            <a:endParaRPr lang="en-US" sz="9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130997"/>
            <a:ext cx="914400" cy="381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2111829"/>
            <a:ext cx="5524500" cy="173355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7700" y="2340429"/>
            <a:ext cx="180975" cy="3429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4073979"/>
            <a:ext cx="5524500" cy="173355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7700" y="4302579"/>
            <a:ext cx="323850" cy="3429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0300" y="4073979"/>
            <a:ext cx="5524500" cy="173355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00800" y="4302579"/>
            <a:ext cx="247650" cy="342900"/>
          </a:xfrm>
          <a:prstGeom prst="rect">
            <a:avLst/>
          </a:prstGeom>
        </p:spPr>
      </p:pic>
      <p:sp>
        <p:nvSpPr>
          <p:cNvPr id="26" name="Text 0"/>
          <p:cNvSpPr/>
          <p:nvPr/>
        </p:nvSpPr>
        <p:spPr>
          <a:xfrm>
            <a:off x="457200" y="673797"/>
            <a:ext cx="852351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3000"/>
              </a:lnSpc>
              <a:buNone/>
            </a:pPr>
            <a:r>
              <a:rPr lang="en-US" sz="2426" b="1" dirty="0">
                <a:solidFill>
                  <a:srgbClr val="0A2A4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Спецификация переменных: Входные</a:t>
            </a:r>
            <a:endParaRPr lang="en-US" sz="2426" dirty="0"/>
          </a:p>
        </p:txBody>
      </p:sp>
      <p:sp>
        <p:nvSpPr>
          <p:cNvPr id="27" name="Text 1"/>
          <p:cNvSpPr/>
          <p:nvPr/>
        </p:nvSpPr>
        <p:spPr>
          <a:xfrm>
            <a:off x="457200" y="1397697"/>
            <a:ext cx="10254343" cy="242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2100"/>
              </a:lnSpc>
              <a:buNone/>
            </a:pPr>
            <a:r>
              <a:rPr lang="en-US" sz="1260" dirty="0">
                <a:solidFill>
                  <a:srgbClr val="2F2F2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Входные переменные представляют собой внешние воздействия, которые система маркетплейса получает из окружающей среды.</a:t>
            </a:r>
            <a:endParaRPr lang="en-US" sz="1260" dirty="0"/>
          </a:p>
        </p:txBody>
      </p:sp>
      <p:sp>
        <p:nvSpPr>
          <p:cNvPr id="28" name="Text 2"/>
          <p:cNvSpPr/>
          <p:nvPr/>
        </p:nvSpPr>
        <p:spPr>
          <a:xfrm>
            <a:off x="981075" y="2302329"/>
            <a:ext cx="529113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2100"/>
              </a:lnSpc>
              <a:buNone/>
            </a:pPr>
            <a:r>
              <a:rPr lang="en-US" sz="1380" b="1" dirty="0">
                <a:solidFill>
                  <a:srgbClr val="0A2A4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Команды управления</a:t>
            </a:r>
            <a:endParaRPr lang="en-US" sz="1380" dirty="0"/>
          </a:p>
        </p:txBody>
      </p:sp>
      <p:sp>
        <p:nvSpPr>
          <p:cNvPr id="29" name="Text 3"/>
          <p:cNvSpPr/>
          <p:nvPr/>
        </p:nvSpPr>
        <p:spPr>
          <a:xfrm>
            <a:off x="981075" y="2645229"/>
            <a:ext cx="481012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800"/>
              </a:lnSpc>
              <a:buNone/>
            </a:pPr>
            <a:r>
              <a:rPr lang="en-US" sz="1120" dirty="0">
                <a:solidFill>
                  <a:srgbClr val="2F2F2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Действия пользователей, такие как клики по товарам, добавление товаров в корзину, изменение настроек профиля. Эти команды непосредственно влияют на работу системы и изменение состояния пользователей.</a:t>
            </a:r>
            <a:endParaRPr lang="en-US" sz="1120" dirty="0"/>
          </a:p>
        </p:txBody>
      </p:sp>
      <p:sp>
        <p:nvSpPr>
          <p:cNvPr id="32" name="Text 6"/>
          <p:cNvSpPr/>
          <p:nvPr/>
        </p:nvSpPr>
        <p:spPr>
          <a:xfrm>
            <a:off x="1123950" y="4264479"/>
            <a:ext cx="51339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2100"/>
              </a:lnSpc>
              <a:buNone/>
            </a:pPr>
            <a:r>
              <a:rPr lang="en-US" sz="1380" b="1" dirty="0">
                <a:solidFill>
                  <a:srgbClr val="0A2A4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Оценочная реакция</a:t>
            </a:r>
            <a:endParaRPr lang="en-US" sz="1380" dirty="0"/>
          </a:p>
        </p:txBody>
      </p:sp>
      <p:sp>
        <p:nvSpPr>
          <p:cNvPr id="33" name="Text 7"/>
          <p:cNvSpPr/>
          <p:nvPr/>
        </p:nvSpPr>
        <p:spPr>
          <a:xfrm>
            <a:off x="1123950" y="4607379"/>
            <a:ext cx="466725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800"/>
              </a:lnSpc>
              <a:buNone/>
            </a:pPr>
            <a:r>
              <a:rPr lang="en-US" sz="1120" dirty="0">
                <a:solidFill>
                  <a:srgbClr val="2F2F2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Отзывы, оценки товаров, лайки/дизлайки, которые пользователи оставляют на платформе. Эти данные критически важны для обучения рекомендательной системы и улучшения качества обслуживания.</a:t>
            </a:r>
            <a:endParaRPr lang="en-US" sz="1120" dirty="0"/>
          </a:p>
        </p:txBody>
      </p:sp>
      <p:sp>
        <p:nvSpPr>
          <p:cNvPr id="34" name="Text 8"/>
          <p:cNvSpPr/>
          <p:nvPr/>
        </p:nvSpPr>
        <p:spPr>
          <a:xfrm>
            <a:off x="6800851" y="4264479"/>
            <a:ext cx="2713264" cy="2480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2100"/>
              </a:lnSpc>
              <a:buNone/>
            </a:pPr>
            <a:r>
              <a:rPr lang="en-US" sz="1380" b="1" dirty="0">
                <a:solidFill>
                  <a:srgbClr val="0A2A4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Внешние данные</a:t>
            </a:r>
            <a:endParaRPr lang="en-US" sz="1380" dirty="0"/>
          </a:p>
        </p:txBody>
      </p:sp>
      <p:sp>
        <p:nvSpPr>
          <p:cNvPr id="35" name="Text 9"/>
          <p:cNvSpPr/>
          <p:nvPr/>
        </p:nvSpPr>
        <p:spPr>
          <a:xfrm>
            <a:off x="6800850" y="4607379"/>
            <a:ext cx="47434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800"/>
              </a:lnSpc>
              <a:buNone/>
            </a:pPr>
            <a:r>
              <a:rPr lang="en-US" sz="1120" dirty="0">
                <a:solidFill>
                  <a:srgbClr val="2F2F2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Информация, поступающая от продавцов (обновления товаров, цен, наличия), а также данные от внешних платежных систем и служб доставки, с которыми маркетплейс интегрируется.</a:t>
            </a:r>
            <a:endParaRPr lang="en-US" sz="112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762000"/>
            <a:ext cx="914400" cy="381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1790700"/>
            <a:ext cx="5524500" cy="215265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2057400"/>
            <a:ext cx="457200" cy="4572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5813" y="2133600"/>
            <a:ext cx="257175" cy="3048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95400" y="3267075"/>
            <a:ext cx="114300" cy="13335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7200" y="4171950"/>
            <a:ext cx="5524500" cy="196215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5800" y="4438650"/>
            <a:ext cx="457200" cy="4572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14388" y="4514850"/>
            <a:ext cx="200025" cy="3048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95400" y="5457825"/>
            <a:ext cx="114300" cy="13335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10300" y="2851897"/>
            <a:ext cx="5524500" cy="196215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38900" y="3118597"/>
            <a:ext cx="457200" cy="4572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553200" y="3194797"/>
            <a:ext cx="228600" cy="3048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48500" y="4137772"/>
            <a:ext cx="114300" cy="133350"/>
          </a:xfrm>
          <a:prstGeom prst="rect">
            <a:avLst/>
          </a:prstGeom>
        </p:spPr>
      </p:pic>
      <p:sp>
        <p:nvSpPr>
          <p:cNvPr id="29" name="Text 0"/>
          <p:cNvSpPr/>
          <p:nvPr/>
        </p:nvSpPr>
        <p:spPr>
          <a:xfrm>
            <a:off x="457200" y="304800"/>
            <a:ext cx="1240536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3000"/>
              </a:lnSpc>
              <a:buNone/>
            </a:pPr>
            <a:r>
              <a:rPr lang="en-US" sz="2426" b="1" dirty="0">
                <a:solidFill>
                  <a:srgbClr val="0A2A4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Спецификация переменных: Выходные</a:t>
            </a:r>
            <a:endParaRPr lang="en-US" sz="2426" dirty="0"/>
          </a:p>
        </p:txBody>
      </p:sp>
      <p:sp>
        <p:nvSpPr>
          <p:cNvPr id="30" name="Text 1"/>
          <p:cNvSpPr/>
          <p:nvPr/>
        </p:nvSpPr>
        <p:spPr>
          <a:xfrm>
            <a:off x="457200" y="1028700"/>
            <a:ext cx="112776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2100"/>
              </a:lnSpc>
              <a:buNone/>
            </a:pPr>
            <a:r>
              <a:rPr lang="en-US" sz="1260" dirty="0">
                <a:solidFill>
                  <a:srgbClr val="2F2F2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Выходные переменные — это результаты деятельности системы, которые она предоставляет внешней среде, включая пользователей и интегрированные сервисы.</a:t>
            </a:r>
            <a:endParaRPr lang="en-US" sz="1260" dirty="0"/>
          </a:p>
        </p:txBody>
      </p:sp>
      <p:sp>
        <p:nvSpPr>
          <p:cNvPr id="31" name="Text 2"/>
          <p:cNvSpPr/>
          <p:nvPr/>
        </p:nvSpPr>
        <p:spPr>
          <a:xfrm>
            <a:off x="1295400" y="2019300"/>
            <a:ext cx="490347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2100"/>
              </a:lnSpc>
              <a:buNone/>
            </a:pPr>
            <a:r>
              <a:rPr lang="en-US" sz="1380" b="1" dirty="0">
                <a:solidFill>
                  <a:srgbClr val="0A2A4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Графический интерфейс</a:t>
            </a:r>
            <a:endParaRPr lang="en-US" sz="1380" dirty="0"/>
          </a:p>
        </p:txBody>
      </p:sp>
      <p:sp>
        <p:nvSpPr>
          <p:cNvPr id="32" name="Text 3"/>
          <p:cNvSpPr/>
          <p:nvPr/>
        </p:nvSpPr>
        <p:spPr>
          <a:xfrm>
            <a:off x="1295400" y="2362200"/>
            <a:ext cx="44577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500"/>
              </a:lnSpc>
              <a:buNone/>
            </a:pPr>
            <a:r>
              <a:rPr lang="en-US" sz="980" dirty="0">
                <a:solidFill>
                  <a:srgbClr val="2F2F2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Отображение списков товаров, страниц категорий, личных кабинетов пользователей, результатов поиска. Представляет собой визуальную составляющую, с помощью которой пользователи взаимодействуют с системой.</a:t>
            </a:r>
            <a:endParaRPr lang="en-US" sz="980" dirty="0"/>
          </a:p>
        </p:txBody>
      </p:sp>
      <p:sp>
        <p:nvSpPr>
          <p:cNvPr id="33" name="Text 4"/>
          <p:cNvSpPr/>
          <p:nvPr/>
        </p:nvSpPr>
        <p:spPr>
          <a:xfrm>
            <a:off x="1485900" y="3238500"/>
            <a:ext cx="301719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500"/>
              </a:lnSpc>
              <a:buNone/>
            </a:pPr>
            <a:r>
              <a:rPr lang="en-US" sz="980" dirty="0">
                <a:solidFill>
                  <a:srgbClr val="4B556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Пользователи → Система → Внешняя среда</a:t>
            </a:r>
            <a:endParaRPr lang="en-US" sz="980" dirty="0"/>
          </a:p>
        </p:txBody>
      </p:sp>
      <p:sp>
        <p:nvSpPr>
          <p:cNvPr id="37" name="Text 8"/>
          <p:cNvSpPr/>
          <p:nvPr/>
        </p:nvSpPr>
        <p:spPr>
          <a:xfrm>
            <a:off x="1295400" y="4400550"/>
            <a:ext cx="490347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2100"/>
              </a:lnSpc>
              <a:buNone/>
            </a:pPr>
            <a:r>
              <a:rPr lang="en-US" sz="1380" b="1" dirty="0">
                <a:solidFill>
                  <a:srgbClr val="0A2A4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Уведомления</a:t>
            </a:r>
            <a:endParaRPr lang="en-US" sz="1380" dirty="0"/>
          </a:p>
        </p:txBody>
      </p:sp>
      <p:sp>
        <p:nvSpPr>
          <p:cNvPr id="38" name="Text 9"/>
          <p:cNvSpPr/>
          <p:nvPr/>
        </p:nvSpPr>
        <p:spPr>
          <a:xfrm>
            <a:off x="1295400" y="4743450"/>
            <a:ext cx="44577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500"/>
              </a:lnSpc>
              <a:buNone/>
            </a:pPr>
            <a:r>
              <a:rPr lang="en-US" sz="980" dirty="0">
                <a:solidFill>
                  <a:srgbClr val="2F2F2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Email-сообщения, push-уведомления о статусе заказов, акциях, новых рекомендациях. Эти уведомления служат для информирования пользователей о важных событиях и изменениях в системе.</a:t>
            </a:r>
            <a:endParaRPr lang="en-US" sz="980" dirty="0"/>
          </a:p>
        </p:txBody>
      </p:sp>
      <p:sp>
        <p:nvSpPr>
          <p:cNvPr id="39" name="Text 10"/>
          <p:cNvSpPr/>
          <p:nvPr/>
        </p:nvSpPr>
        <p:spPr>
          <a:xfrm>
            <a:off x="1485900" y="5429250"/>
            <a:ext cx="175776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500"/>
              </a:lnSpc>
              <a:buNone/>
            </a:pPr>
            <a:r>
              <a:rPr lang="en-US" sz="980" dirty="0">
                <a:solidFill>
                  <a:srgbClr val="4B556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Система → Пользователи</a:t>
            </a:r>
            <a:endParaRPr lang="en-US" sz="980" dirty="0"/>
          </a:p>
        </p:txBody>
      </p:sp>
      <p:sp>
        <p:nvSpPr>
          <p:cNvPr id="40" name="Text 11"/>
          <p:cNvSpPr/>
          <p:nvPr/>
        </p:nvSpPr>
        <p:spPr>
          <a:xfrm>
            <a:off x="7048500" y="3080497"/>
            <a:ext cx="490347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2100"/>
              </a:lnSpc>
              <a:buNone/>
            </a:pPr>
            <a:r>
              <a:rPr lang="en-US" sz="1380" b="1" dirty="0">
                <a:solidFill>
                  <a:srgbClr val="0A2A4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Управляющие сигналы</a:t>
            </a:r>
            <a:endParaRPr lang="en-US" sz="1380" dirty="0"/>
          </a:p>
        </p:txBody>
      </p:sp>
      <p:sp>
        <p:nvSpPr>
          <p:cNvPr id="41" name="Text 12"/>
          <p:cNvSpPr/>
          <p:nvPr/>
        </p:nvSpPr>
        <p:spPr>
          <a:xfrm>
            <a:off x="7048500" y="3423397"/>
            <a:ext cx="44577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500"/>
              </a:lnSpc>
              <a:buNone/>
            </a:pPr>
            <a:r>
              <a:rPr lang="en-US" sz="980" dirty="0">
                <a:solidFill>
                  <a:srgbClr val="2F2F2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Запросы к внешним платежным системам для обработки транзакций, запросы к службам доставки для оформления отправлений. Эти сигналы обеспечивают интеграцию системы с внешними сервисами.</a:t>
            </a:r>
            <a:endParaRPr lang="en-US" sz="980" dirty="0"/>
          </a:p>
        </p:txBody>
      </p:sp>
      <p:sp>
        <p:nvSpPr>
          <p:cNvPr id="42" name="Text 13"/>
          <p:cNvSpPr/>
          <p:nvPr/>
        </p:nvSpPr>
        <p:spPr>
          <a:xfrm>
            <a:off x="7239000" y="4109197"/>
            <a:ext cx="202952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500"/>
              </a:lnSpc>
              <a:buNone/>
            </a:pPr>
            <a:r>
              <a:rPr lang="en-US" sz="980" dirty="0">
                <a:solidFill>
                  <a:srgbClr val="4B556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Система → Внешние сервисы</a:t>
            </a:r>
            <a:endParaRPr lang="en-US" sz="98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762000"/>
            <a:ext cx="914400" cy="38100"/>
          </a:xfrm>
          <a:prstGeom prst="rect">
            <a:avLst/>
          </a:prstGeom>
        </p:spPr>
      </p:pic>
      <p:sp>
        <p:nvSpPr>
          <p:cNvPr id="25" name="Text 0"/>
          <p:cNvSpPr/>
          <p:nvPr/>
        </p:nvSpPr>
        <p:spPr>
          <a:xfrm>
            <a:off x="457200" y="304800"/>
            <a:ext cx="1240536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3000"/>
              </a:lnSpc>
              <a:buNone/>
            </a:pPr>
            <a:r>
              <a:rPr lang="en-US" sz="2426" b="1" dirty="0">
                <a:solidFill>
                  <a:srgbClr val="0A2A4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Структурная схема</a:t>
            </a:r>
            <a:endParaRPr lang="en-US" sz="2426" dirty="0"/>
          </a:p>
        </p:txBody>
      </p:sp>
      <p:sp>
        <p:nvSpPr>
          <p:cNvPr id="65" name="Text 4">
            <a:extLst>
              <a:ext uri="{FF2B5EF4-FFF2-40B4-BE49-F238E27FC236}">
                <a16:creationId xmlns:a16="http://schemas.microsoft.com/office/drawing/2014/main" id="{56A1C2D6-006D-0DD2-84D7-82FB5A4E282B}"/>
              </a:ext>
            </a:extLst>
          </p:cNvPr>
          <p:cNvSpPr/>
          <p:nvPr/>
        </p:nvSpPr>
        <p:spPr>
          <a:xfrm>
            <a:off x="3505272" y="5655282"/>
            <a:ext cx="125536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endParaRPr lang="en-US" sz="980"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F960944E-2001-7F84-525C-17F245C0285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2680" y="821718"/>
            <a:ext cx="10101416" cy="587372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762000"/>
            <a:ext cx="914400" cy="381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38800" y="1028700"/>
            <a:ext cx="914400" cy="9144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81688" y="1295400"/>
            <a:ext cx="428625" cy="3810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00700" y="990600"/>
            <a:ext cx="914400" cy="9144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7200" y="2247900"/>
            <a:ext cx="3555950" cy="28575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930301" y="2476500"/>
            <a:ext cx="609600" cy="6096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092226" y="2628900"/>
            <a:ext cx="285750" cy="3048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85800" y="3657600"/>
            <a:ext cx="133350" cy="13335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85800" y="3924300"/>
            <a:ext cx="133350" cy="13335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85800" y="4191000"/>
            <a:ext cx="133350" cy="13335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85800" y="4457700"/>
            <a:ext cx="133350" cy="13335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85800" y="4724400"/>
            <a:ext cx="133350" cy="13335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317950" y="2247900"/>
            <a:ext cx="3555950" cy="28575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791051" y="2476500"/>
            <a:ext cx="609600" cy="6096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952976" y="2628900"/>
            <a:ext cx="285750" cy="3048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546550" y="3657600"/>
            <a:ext cx="133350" cy="13335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546550" y="3924300"/>
            <a:ext cx="133350" cy="13335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546550" y="4191000"/>
            <a:ext cx="133350" cy="13335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546550" y="4457700"/>
            <a:ext cx="133350" cy="13335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546550" y="4724400"/>
            <a:ext cx="133350" cy="13335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178701" y="2247900"/>
            <a:ext cx="3556099" cy="28575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651950" y="2476500"/>
            <a:ext cx="609600" cy="6096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842450" y="2628900"/>
            <a:ext cx="228600" cy="3048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407301" y="3657600"/>
            <a:ext cx="133350" cy="13335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407301" y="3924300"/>
            <a:ext cx="133350" cy="133350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407301" y="4191000"/>
            <a:ext cx="133350" cy="133350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407301" y="4457700"/>
            <a:ext cx="133350" cy="133350"/>
          </a:xfrm>
          <a:prstGeom prst="rect">
            <a:avLst/>
          </a:prstGeom>
        </p:spPr>
      </p:pic>
      <p:pic>
        <p:nvPicPr>
          <p:cNvPr id="30" name="Image 28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407301" y="4724400"/>
            <a:ext cx="133350" cy="133350"/>
          </a:xfrm>
          <a:prstGeom prst="rect">
            <a:avLst/>
          </a:prstGeom>
        </p:spPr>
      </p:pic>
      <p:sp>
        <p:nvSpPr>
          <p:cNvPr id="31" name="Text 0"/>
          <p:cNvSpPr/>
          <p:nvPr/>
        </p:nvSpPr>
        <p:spPr>
          <a:xfrm>
            <a:off x="457200" y="304800"/>
            <a:ext cx="1240536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3000"/>
              </a:lnSpc>
              <a:buNone/>
            </a:pPr>
            <a:r>
              <a:rPr lang="en-US" sz="2426" b="1" dirty="0">
                <a:solidFill>
                  <a:srgbClr val="0A2A4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Спецификация переменных: Внутренние</a:t>
            </a:r>
            <a:endParaRPr lang="en-US" sz="2426" dirty="0"/>
          </a:p>
        </p:txBody>
      </p:sp>
      <p:sp>
        <p:nvSpPr>
          <p:cNvPr id="32" name="Text 1"/>
          <p:cNvSpPr/>
          <p:nvPr/>
        </p:nvSpPr>
        <p:spPr>
          <a:xfrm>
            <a:off x="763012" y="3200400"/>
            <a:ext cx="294417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80" b="1" dirty="0">
                <a:solidFill>
                  <a:srgbClr val="0A2A4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Параметры пользователя</a:t>
            </a:r>
            <a:endParaRPr lang="en-US" sz="1380" dirty="0"/>
          </a:p>
        </p:txBody>
      </p:sp>
      <p:sp>
        <p:nvSpPr>
          <p:cNvPr id="33" name="Text 2"/>
          <p:cNvSpPr/>
          <p:nvPr/>
        </p:nvSpPr>
        <p:spPr>
          <a:xfrm>
            <a:off x="895350" y="3619500"/>
            <a:ext cx="112567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80" dirty="0">
                <a:solidFill>
                  <a:srgbClr val="2F2F2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История покупок</a:t>
            </a:r>
            <a:endParaRPr lang="en-US" sz="980" dirty="0"/>
          </a:p>
        </p:txBody>
      </p:sp>
      <p:sp>
        <p:nvSpPr>
          <p:cNvPr id="34" name="Text 3"/>
          <p:cNvSpPr/>
          <p:nvPr/>
        </p:nvSpPr>
        <p:spPr>
          <a:xfrm>
            <a:off x="895350" y="3886200"/>
            <a:ext cx="16240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80" dirty="0">
                <a:solidFill>
                  <a:srgbClr val="2F2F2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Просмотренные товары</a:t>
            </a:r>
            <a:endParaRPr lang="en-US" sz="980" dirty="0"/>
          </a:p>
        </p:txBody>
      </p:sp>
      <p:sp>
        <p:nvSpPr>
          <p:cNvPr id="35" name="Text 4"/>
          <p:cNvSpPr/>
          <p:nvPr/>
        </p:nvSpPr>
        <p:spPr>
          <a:xfrm>
            <a:off x="895350" y="4152900"/>
            <a:ext cx="179623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80" dirty="0">
                <a:solidFill>
                  <a:srgbClr val="2F2F2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Добавленные в избранное</a:t>
            </a:r>
            <a:endParaRPr lang="en-US" sz="980" dirty="0"/>
          </a:p>
        </p:txBody>
      </p:sp>
      <p:sp>
        <p:nvSpPr>
          <p:cNvPr id="36" name="Text 5"/>
          <p:cNvSpPr/>
          <p:nvPr/>
        </p:nvSpPr>
        <p:spPr>
          <a:xfrm>
            <a:off x="895350" y="4419600"/>
            <a:ext cx="178936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80" dirty="0">
                <a:solidFill>
                  <a:srgbClr val="2F2F2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Демографические данные</a:t>
            </a:r>
            <a:endParaRPr lang="en-US" sz="980" dirty="0"/>
          </a:p>
        </p:txBody>
      </p:sp>
      <p:sp>
        <p:nvSpPr>
          <p:cNvPr id="37" name="Text 6"/>
          <p:cNvSpPr/>
          <p:nvPr/>
        </p:nvSpPr>
        <p:spPr>
          <a:xfrm>
            <a:off x="895350" y="4686300"/>
            <a:ext cx="97473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80" dirty="0">
                <a:solidFill>
                  <a:srgbClr val="2F2F2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Предпочтения</a:t>
            </a:r>
            <a:endParaRPr lang="en-US" sz="980" dirty="0"/>
          </a:p>
        </p:txBody>
      </p:sp>
      <p:sp>
        <p:nvSpPr>
          <p:cNvPr id="38" name="Text 7"/>
          <p:cNvSpPr/>
          <p:nvPr/>
        </p:nvSpPr>
        <p:spPr>
          <a:xfrm>
            <a:off x="4943326" y="3200400"/>
            <a:ext cx="2305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80" b="1" dirty="0">
                <a:solidFill>
                  <a:srgbClr val="0A2A4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Состояние каталога</a:t>
            </a:r>
            <a:endParaRPr lang="en-US" sz="1380" dirty="0"/>
          </a:p>
        </p:txBody>
      </p:sp>
      <p:sp>
        <p:nvSpPr>
          <p:cNvPr id="39" name="Text 8"/>
          <p:cNvSpPr/>
          <p:nvPr/>
        </p:nvSpPr>
        <p:spPr>
          <a:xfrm>
            <a:off x="4756100" y="3619500"/>
            <a:ext cx="119770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80" dirty="0">
                <a:solidFill>
                  <a:srgbClr val="2F2F2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Актуальные цены</a:t>
            </a:r>
            <a:endParaRPr lang="en-US" sz="980" dirty="0"/>
          </a:p>
        </p:txBody>
      </p:sp>
      <p:sp>
        <p:nvSpPr>
          <p:cNvPr id="40" name="Text 9"/>
          <p:cNvSpPr/>
          <p:nvPr/>
        </p:nvSpPr>
        <p:spPr>
          <a:xfrm>
            <a:off x="4756100" y="3886200"/>
            <a:ext cx="187154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80" dirty="0">
                <a:solidFill>
                  <a:srgbClr val="2F2F2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Наличие товаров на складе</a:t>
            </a:r>
            <a:endParaRPr lang="en-US" sz="980" dirty="0"/>
          </a:p>
        </p:txBody>
      </p:sp>
      <p:sp>
        <p:nvSpPr>
          <p:cNvPr id="41" name="Text 10"/>
          <p:cNvSpPr/>
          <p:nvPr/>
        </p:nvSpPr>
        <p:spPr>
          <a:xfrm>
            <a:off x="4756100" y="4152900"/>
            <a:ext cx="166510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80" dirty="0">
                <a:solidFill>
                  <a:srgbClr val="2F2F2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Характеристики товаров</a:t>
            </a:r>
            <a:endParaRPr lang="en-US" sz="980" dirty="0"/>
          </a:p>
        </p:txBody>
      </p:sp>
      <p:sp>
        <p:nvSpPr>
          <p:cNvPr id="42" name="Text 11"/>
          <p:cNvSpPr/>
          <p:nvPr/>
        </p:nvSpPr>
        <p:spPr>
          <a:xfrm>
            <a:off x="4756100" y="4419600"/>
            <a:ext cx="12658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80" dirty="0">
                <a:solidFill>
                  <a:srgbClr val="2F2F2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Категории товаров</a:t>
            </a:r>
            <a:endParaRPr lang="en-US" sz="980" dirty="0"/>
          </a:p>
        </p:txBody>
      </p:sp>
      <p:sp>
        <p:nvSpPr>
          <p:cNvPr id="43" name="Text 12"/>
          <p:cNvSpPr/>
          <p:nvPr/>
        </p:nvSpPr>
        <p:spPr>
          <a:xfrm>
            <a:off x="4756100" y="4686300"/>
            <a:ext cx="86390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80" dirty="0">
                <a:solidFill>
                  <a:srgbClr val="2F2F2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Метаданные</a:t>
            </a:r>
            <a:endParaRPr lang="en-US" sz="980" dirty="0"/>
          </a:p>
        </p:txBody>
      </p:sp>
      <p:sp>
        <p:nvSpPr>
          <p:cNvPr id="44" name="Text 13"/>
          <p:cNvSpPr/>
          <p:nvPr/>
        </p:nvSpPr>
        <p:spPr>
          <a:xfrm>
            <a:off x="8641824" y="3200400"/>
            <a:ext cx="262985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80" b="1" dirty="0">
                <a:solidFill>
                  <a:srgbClr val="0A2A4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Модель предпочтений</a:t>
            </a:r>
            <a:endParaRPr lang="en-US" sz="1380" dirty="0"/>
          </a:p>
        </p:txBody>
      </p:sp>
      <p:sp>
        <p:nvSpPr>
          <p:cNvPr id="45" name="Text 14"/>
          <p:cNvSpPr/>
          <p:nvPr/>
        </p:nvSpPr>
        <p:spPr>
          <a:xfrm>
            <a:off x="8616851" y="3619500"/>
            <a:ext cx="261004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80" dirty="0">
                <a:solidFill>
                  <a:srgbClr val="2F2F2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Внутреннее представление интересов</a:t>
            </a:r>
            <a:endParaRPr lang="en-US" sz="980" dirty="0"/>
          </a:p>
        </p:txBody>
      </p:sp>
      <p:sp>
        <p:nvSpPr>
          <p:cNvPr id="46" name="Text 15"/>
          <p:cNvSpPr/>
          <p:nvPr/>
        </p:nvSpPr>
        <p:spPr>
          <a:xfrm>
            <a:off x="8616851" y="3886200"/>
            <a:ext cx="295350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80" dirty="0">
                <a:solidFill>
                  <a:srgbClr val="2F2F2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Формируется на основе анализа поведения</a:t>
            </a:r>
            <a:endParaRPr lang="en-US" sz="980" dirty="0"/>
          </a:p>
        </p:txBody>
      </p:sp>
      <p:sp>
        <p:nvSpPr>
          <p:cNvPr id="47" name="Text 16"/>
          <p:cNvSpPr/>
          <p:nvPr/>
        </p:nvSpPr>
        <p:spPr>
          <a:xfrm>
            <a:off x="8616851" y="4152900"/>
            <a:ext cx="139989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80" dirty="0">
                <a:solidFill>
                  <a:srgbClr val="2F2F2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Машинное обучение</a:t>
            </a:r>
            <a:endParaRPr lang="en-US" sz="980" dirty="0"/>
          </a:p>
        </p:txBody>
      </p:sp>
      <p:sp>
        <p:nvSpPr>
          <p:cNvPr id="48" name="Text 17"/>
          <p:cNvSpPr/>
          <p:nvPr/>
        </p:nvSpPr>
        <p:spPr>
          <a:xfrm>
            <a:off x="8616851" y="4419600"/>
            <a:ext cx="207159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80" dirty="0">
                <a:solidFill>
                  <a:srgbClr val="2F2F2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Коллаборативная фильтрация</a:t>
            </a:r>
            <a:endParaRPr lang="en-US" sz="980" dirty="0"/>
          </a:p>
        </p:txBody>
      </p:sp>
      <p:sp>
        <p:nvSpPr>
          <p:cNvPr id="49" name="Text 18"/>
          <p:cNvSpPr/>
          <p:nvPr/>
        </p:nvSpPr>
        <p:spPr>
          <a:xfrm>
            <a:off x="8616851" y="4686300"/>
            <a:ext cx="249610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80" dirty="0">
                <a:solidFill>
                  <a:srgbClr val="2F2F2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Контентно-ориентированный подход</a:t>
            </a:r>
            <a:endParaRPr lang="en-US" sz="98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143000"/>
            <a:ext cx="914400" cy="381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1905000"/>
            <a:ext cx="11277600" cy="14859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2133600"/>
            <a:ext cx="609600" cy="6096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6775" y="2266950"/>
            <a:ext cx="247650" cy="3429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68942" y="2171700"/>
            <a:ext cx="1637258" cy="1905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7200" y="3581400"/>
            <a:ext cx="11277600" cy="13716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5800" y="3810000"/>
            <a:ext cx="609600" cy="6096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28675" y="3943350"/>
            <a:ext cx="323850" cy="3429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837241" y="3848100"/>
            <a:ext cx="1668959" cy="1905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57200" y="5143500"/>
            <a:ext cx="11277600" cy="14478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85800" y="5372100"/>
            <a:ext cx="609600" cy="6096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47725" y="5505450"/>
            <a:ext cx="285750" cy="3429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837241" y="5410200"/>
            <a:ext cx="1668959" cy="190500"/>
          </a:xfrm>
          <a:prstGeom prst="rect">
            <a:avLst/>
          </a:prstGeom>
        </p:spPr>
      </p:pic>
      <p:sp>
        <p:nvSpPr>
          <p:cNvPr id="16" name="Text 0"/>
          <p:cNvSpPr/>
          <p:nvPr/>
        </p:nvSpPr>
        <p:spPr>
          <a:xfrm>
            <a:off x="457200" y="304800"/>
            <a:ext cx="112776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3000"/>
              </a:lnSpc>
              <a:buNone/>
            </a:pPr>
            <a:r>
              <a:rPr lang="en-US" sz="2426" b="1" dirty="0">
                <a:solidFill>
                  <a:srgbClr val="0A2A4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Ранжированный список факторов (Высокая степень влияния)</a:t>
            </a:r>
            <a:endParaRPr lang="en-US" sz="2426" dirty="0"/>
          </a:p>
        </p:txBody>
      </p:sp>
      <p:sp>
        <p:nvSpPr>
          <p:cNvPr id="17" name="Text 1"/>
          <p:cNvSpPr/>
          <p:nvPr/>
        </p:nvSpPr>
        <p:spPr>
          <a:xfrm>
            <a:off x="457200" y="1409700"/>
            <a:ext cx="1240536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2100"/>
              </a:lnSpc>
              <a:buNone/>
            </a:pPr>
            <a:r>
              <a:rPr lang="en-US" sz="1260" dirty="0">
                <a:solidFill>
                  <a:srgbClr val="2F2F2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Для достижения цели "Конверсия в покупку" в маркетплейсе, факторы с высшей и высокой степенью влияния на целевой показатель:</a:t>
            </a:r>
            <a:endParaRPr lang="en-US" sz="1260" dirty="0"/>
          </a:p>
        </p:txBody>
      </p:sp>
      <p:sp>
        <p:nvSpPr>
          <p:cNvPr id="18" name="Text 2"/>
          <p:cNvSpPr/>
          <p:nvPr/>
        </p:nvSpPr>
        <p:spPr>
          <a:xfrm>
            <a:off x="953929" y="2876550"/>
            <a:ext cx="7334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840" b="1" dirty="0">
                <a:solidFill>
                  <a:srgbClr val="0D948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</a:t>
            </a:r>
            <a:endParaRPr lang="en-US" sz="840" dirty="0"/>
          </a:p>
        </p:txBody>
      </p:sp>
      <p:sp>
        <p:nvSpPr>
          <p:cNvPr id="19" name="Text 3"/>
          <p:cNvSpPr/>
          <p:nvPr/>
        </p:nvSpPr>
        <p:spPr>
          <a:xfrm>
            <a:off x="1485900" y="2133600"/>
            <a:ext cx="319563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2100"/>
              </a:lnSpc>
              <a:buNone/>
            </a:pPr>
            <a:r>
              <a:rPr lang="en-US" sz="1380" b="1" dirty="0">
                <a:solidFill>
                  <a:srgbClr val="0A2A4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Прямое действие (покупка)</a:t>
            </a:r>
            <a:endParaRPr lang="en-US" sz="1380" dirty="0"/>
          </a:p>
        </p:txBody>
      </p:sp>
      <p:sp>
        <p:nvSpPr>
          <p:cNvPr id="20" name="Text 4"/>
          <p:cNvSpPr/>
          <p:nvPr/>
        </p:nvSpPr>
        <p:spPr>
          <a:xfrm>
            <a:off x="9964192" y="2171700"/>
            <a:ext cx="180098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200"/>
              </a:lnSpc>
              <a:buNone/>
            </a:pPr>
            <a:r>
              <a:rPr lang="en-US" sz="840" b="1" dirty="0">
                <a:solidFill>
                  <a:srgbClr val="115E59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Высшая степень влияния</a:t>
            </a:r>
            <a:endParaRPr lang="en-US" sz="840" dirty="0"/>
          </a:p>
        </p:txBody>
      </p:sp>
      <p:sp>
        <p:nvSpPr>
          <p:cNvPr id="21" name="Text 5"/>
          <p:cNvSpPr/>
          <p:nvPr/>
        </p:nvSpPr>
        <p:spPr>
          <a:xfrm>
            <a:off x="1485900" y="2476500"/>
            <a:ext cx="110223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800"/>
              </a:lnSpc>
              <a:buNone/>
            </a:pPr>
            <a:r>
              <a:rPr lang="en-US" sz="1120" dirty="0">
                <a:solidFill>
                  <a:srgbClr val="2F2F2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Непосредственное завершение целевого действия, является конечной точкой конверсии.</a:t>
            </a:r>
            <a:endParaRPr lang="en-US" sz="1120" dirty="0"/>
          </a:p>
        </p:txBody>
      </p:sp>
      <p:sp>
        <p:nvSpPr>
          <p:cNvPr id="22" name="Text 6"/>
          <p:cNvSpPr/>
          <p:nvPr/>
        </p:nvSpPr>
        <p:spPr>
          <a:xfrm>
            <a:off x="1485900" y="2971800"/>
            <a:ext cx="1102233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500"/>
              </a:lnSpc>
              <a:buNone/>
            </a:pPr>
            <a:r>
              <a:rPr lang="en-US" sz="980" dirty="0">
                <a:solidFill>
                  <a:srgbClr val="6B728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Эффективные рекомендательные системы могут увеличить конверсию до 35%</a:t>
            </a:r>
            <a:endParaRPr lang="en-US" sz="980" dirty="0"/>
          </a:p>
        </p:txBody>
      </p:sp>
      <p:sp>
        <p:nvSpPr>
          <p:cNvPr id="23" name="Text 7"/>
          <p:cNvSpPr/>
          <p:nvPr/>
        </p:nvSpPr>
        <p:spPr>
          <a:xfrm>
            <a:off x="953929" y="4552950"/>
            <a:ext cx="7334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840" b="1" dirty="0">
                <a:solidFill>
                  <a:srgbClr val="2563E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2</a:t>
            </a:r>
            <a:endParaRPr lang="en-US" sz="840" dirty="0"/>
          </a:p>
        </p:txBody>
      </p:sp>
      <p:sp>
        <p:nvSpPr>
          <p:cNvPr id="24" name="Text 8"/>
          <p:cNvSpPr/>
          <p:nvPr/>
        </p:nvSpPr>
        <p:spPr>
          <a:xfrm>
            <a:off x="1485900" y="3810000"/>
            <a:ext cx="344709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2100"/>
              </a:lnSpc>
              <a:buNone/>
            </a:pPr>
            <a:r>
              <a:rPr lang="en-US" sz="1380" b="1" dirty="0">
                <a:solidFill>
                  <a:srgbClr val="0A2A4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Добавление товара в корзину</a:t>
            </a:r>
            <a:endParaRPr lang="en-US" sz="1380" dirty="0"/>
          </a:p>
        </p:txBody>
      </p:sp>
      <p:sp>
        <p:nvSpPr>
          <p:cNvPr id="25" name="Text 9"/>
          <p:cNvSpPr/>
          <p:nvPr/>
        </p:nvSpPr>
        <p:spPr>
          <a:xfrm>
            <a:off x="9932491" y="3848100"/>
            <a:ext cx="183585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200"/>
              </a:lnSpc>
              <a:buNone/>
            </a:pPr>
            <a:r>
              <a:rPr lang="en-US" sz="840" b="1" dirty="0">
                <a:solidFill>
                  <a:srgbClr val="1E40A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Высокая степень влияния</a:t>
            </a:r>
            <a:endParaRPr lang="en-US" sz="840" dirty="0"/>
          </a:p>
        </p:txBody>
      </p:sp>
      <p:sp>
        <p:nvSpPr>
          <p:cNvPr id="26" name="Text 10"/>
          <p:cNvSpPr/>
          <p:nvPr/>
        </p:nvSpPr>
        <p:spPr>
          <a:xfrm>
            <a:off x="1485900" y="4152900"/>
            <a:ext cx="110223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800"/>
              </a:lnSpc>
              <a:buNone/>
            </a:pPr>
            <a:r>
              <a:rPr lang="en-US" sz="1120" dirty="0">
                <a:solidFill>
                  <a:srgbClr val="2F2F2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Этот шаг является прямым индикатором намерения покупки и часто предшествует завершении транзакции.</a:t>
            </a:r>
            <a:endParaRPr lang="en-US" sz="1120" dirty="0"/>
          </a:p>
        </p:txBody>
      </p:sp>
      <p:sp>
        <p:nvSpPr>
          <p:cNvPr id="27" name="Text 11"/>
          <p:cNvSpPr/>
          <p:nvPr/>
        </p:nvSpPr>
        <p:spPr>
          <a:xfrm>
            <a:off x="953929" y="6115050"/>
            <a:ext cx="7334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840" b="1" dirty="0">
                <a:solidFill>
                  <a:srgbClr val="2563E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3</a:t>
            </a:r>
            <a:endParaRPr lang="en-US" sz="840" dirty="0"/>
          </a:p>
        </p:txBody>
      </p:sp>
      <p:sp>
        <p:nvSpPr>
          <p:cNvPr id="28" name="Text 12"/>
          <p:cNvSpPr/>
          <p:nvPr/>
        </p:nvSpPr>
        <p:spPr>
          <a:xfrm>
            <a:off x="1485900" y="5372100"/>
            <a:ext cx="200120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2100"/>
              </a:lnSpc>
              <a:buNone/>
            </a:pPr>
            <a:r>
              <a:rPr lang="en-US" sz="1380" b="1" dirty="0">
                <a:solidFill>
                  <a:srgbClr val="0A2A4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История покупок</a:t>
            </a:r>
            <a:endParaRPr lang="en-US" sz="1380" dirty="0"/>
          </a:p>
        </p:txBody>
      </p:sp>
      <p:sp>
        <p:nvSpPr>
          <p:cNvPr id="29" name="Text 13"/>
          <p:cNvSpPr/>
          <p:nvPr/>
        </p:nvSpPr>
        <p:spPr>
          <a:xfrm>
            <a:off x="9932491" y="5410200"/>
            <a:ext cx="183585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200"/>
              </a:lnSpc>
              <a:buNone/>
            </a:pPr>
            <a:r>
              <a:rPr lang="en-US" sz="840" b="1" dirty="0">
                <a:solidFill>
                  <a:srgbClr val="1E40A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Высокая степень влияния</a:t>
            </a:r>
            <a:endParaRPr lang="en-US" sz="840" dirty="0"/>
          </a:p>
        </p:txBody>
      </p:sp>
      <p:sp>
        <p:nvSpPr>
          <p:cNvPr id="30" name="Text 14"/>
          <p:cNvSpPr/>
          <p:nvPr/>
        </p:nvSpPr>
        <p:spPr>
          <a:xfrm>
            <a:off x="1485900" y="5715000"/>
            <a:ext cx="100203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800"/>
              </a:lnSpc>
              <a:buNone/>
            </a:pPr>
            <a:r>
              <a:rPr lang="en-US" sz="1120" dirty="0">
                <a:solidFill>
                  <a:srgbClr val="2F2F2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Анализ прошлых покупок позволяет формировать персонализированные рекомендации, значительно повышающие вероятность повторных покупок.</a:t>
            </a:r>
            <a:endParaRPr lang="en-US" sz="112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143000"/>
            <a:ext cx="914400" cy="381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1485900"/>
            <a:ext cx="152400" cy="1524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1866900"/>
            <a:ext cx="5486400" cy="9525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" y="2057400"/>
            <a:ext cx="219075" cy="2667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47816" y="2019300"/>
            <a:ext cx="643384" cy="2286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2971800"/>
            <a:ext cx="5486400" cy="9525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9600" y="3162300"/>
            <a:ext cx="190500" cy="2667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47816" y="3124200"/>
            <a:ext cx="643384" cy="2286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4076700"/>
            <a:ext cx="5486400" cy="9525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9600" y="4267200"/>
            <a:ext cx="190500" cy="2667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147816" y="4229100"/>
            <a:ext cx="643384" cy="2286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248400" y="1485900"/>
            <a:ext cx="152400" cy="1524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248400" y="1866900"/>
            <a:ext cx="5486400" cy="11430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00800" y="2057400"/>
            <a:ext cx="190500" cy="2667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1032778" y="2019300"/>
            <a:ext cx="549622" cy="2286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248400" y="3162300"/>
            <a:ext cx="5486400" cy="11430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400800" y="3352800"/>
            <a:ext cx="190500" cy="2667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1032778" y="3314700"/>
            <a:ext cx="549622" cy="228600"/>
          </a:xfrm>
          <a:prstGeom prst="rect">
            <a:avLst/>
          </a:prstGeom>
        </p:spPr>
      </p:pic>
      <p:sp>
        <p:nvSpPr>
          <p:cNvPr id="24" name="Text 0"/>
          <p:cNvSpPr/>
          <p:nvPr/>
        </p:nvSpPr>
        <p:spPr>
          <a:xfrm>
            <a:off x="457200" y="304800"/>
            <a:ext cx="112776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3000"/>
              </a:lnSpc>
              <a:buNone/>
            </a:pPr>
            <a:r>
              <a:rPr lang="en-US" sz="2426" b="1" dirty="0">
                <a:solidFill>
                  <a:srgbClr val="0A2A4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Ранжированный список факторов (Средняя и низкая степень)</a:t>
            </a:r>
            <a:endParaRPr lang="en-US" sz="2426" dirty="0"/>
          </a:p>
        </p:txBody>
      </p:sp>
      <p:sp>
        <p:nvSpPr>
          <p:cNvPr id="25" name="Text 1"/>
          <p:cNvSpPr/>
          <p:nvPr/>
        </p:nvSpPr>
        <p:spPr>
          <a:xfrm>
            <a:off x="685800" y="1409700"/>
            <a:ext cx="3593783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2400"/>
              </a:lnSpc>
              <a:buNone/>
            </a:pPr>
            <a:r>
              <a:rPr lang="en-US" sz="1646" b="1" dirty="0">
                <a:solidFill>
                  <a:srgbClr val="0A2A4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Средняя степень влияния</a:t>
            </a:r>
            <a:endParaRPr lang="en-US" sz="1646" dirty="0"/>
          </a:p>
        </p:txBody>
      </p:sp>
      <p:sp>
        <p:nvSpPr>
          <p:cNvPr id="26" name="Text 2"/>
          <p:cNvSpPr/>
          <p:nvPr/>
        </p:nvSpPr>
        <p:spPr>
          <a:xfrm>
            <a:off x="942975" y="2019300"/>
            <a:ext cx="248316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800"/>
              </a:lnSpc>
              <a:buNone/>
            </a:pPr>
            <a:r>
              <a:rPr lang="en-US" sz="1120" b="1" dirty="0">
                <a:solidFill>
                  <a:srgbClr val="0A2A4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Просмотр карточки товара</a:t>
            </a:r>
            <a:endParaRPr lang="en-US" sz="1120" dirty="0"/>
          </a:p>
        </p:txBody>
      </p:sp>
      <p:sp>
        <p:nvSpPr>
          <p:cNvPr id="27" name="Text 3"/>
          <p:cNvSpPr/>
          <p:nvPr/>
        </p:nvSpPr>
        <p:spPr>
          <a:xfrm>
            <a:off x="5224016" y="2019300"/>
            <a:ext cx="70772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200"/>
              </a:lnSpc>
              <a:buNone/>
            </a:pPr>
            <a:r>
              <a:rPr lang="en-US" sz="84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Средняя</a:t>
            </a:r>
            <a:endParaRPr lang="en-US" sz="840" dirty="0"/>
          </a:p>
        </p:txBody>
      </p:sp>
      <p:sp>
        <p:nvSpPr>
          <p:cNvPr id="28" name="Text 4"/>
          <p:cNvSpPr/>
          <p:nvPr/>
        </p:nvSpPr>
        <p:spPr>
          <a:xfrm>
            <a:off x="942975" y="2286000"/>
            <a:ext cx="48482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500"/>
              </a:lnSpc>
              <a:buNone/>
            </a:pPr>
            <a:r>
              <a:rPr lang="en-US" sz="980" dirty="0">
                <a:solidFill>
                  <a:srgbClr val="2F2F2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Указывает на интерес пользователя к конкретному товару, но не гарантирует дальнейшее действие.</a:t>
            </a:r>
            <a:endParaRPr lang="en-US" sz="980" dirty="0"/>
          </a:p>
        </p:txBody>
      </p:sp>
      <p:sp>
        <p:nvSpPr>
          <p:cNvPr id="29" name="Text 5"/>
          <p:cNvSpPr/>
          <p:nvPr/>
        </p:nvSpPr>
        <p:spPr>
          <a:xfrm>
            <a:off x="914400" y="3124200"/>
            <a:ext cx="17602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800"/>
              </a:lnSpc>
              <a:buNone/>
            </a:pPr>
            <a:r>
              <a:rPr lang="en-US" sz="1120" b="1" dirty="0">
                <a:solidFill>
                  <a:srgbClr val="0A2A4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Активность поиска</a:t>
            </a:r>
            <a:endParaRPr lang="en-US" sz="1120" dirty="0"/>
          </a:p>
        </p:txBody>
      </p:sp>
      <p:sp>
        <p:nvSpPr>
          <p:cNvPr id="30" name="Text 6"/>
          <p:cNvSpPr/>
          <p:nvPr/>
        </p:nvSpPr>
        <p:spPr>
          <a:xfrm>
            <a:off x="5224016" y="3124200"/>
            <a:ext cx="70772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200"/>
              </a:lnSpc>
              <a:buNone/>
            </a:pPr>
            <a:r>
              <a:rPr lang="en-US" sz="84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Средняя</a:t>
            </a:r>
            <a:endParaRPr lang="en-US" sz="840" dirty="0"/>
          </a:p>
        </p:txBody>
      </p:sp>
      <p:sp>
        <p:nvSpPr>
          <p:cNvPr id="31" name="Text 7"/>
          <p:cNvSpPr/>
          <p:nvPr/>
        </p:nvSpPr>
        <p:spPr>
          <a:xfrm>
            <a:off x="914400" y="3390900"/>
            <a:ext cx="48768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500"/>
              </a:lnSpc>
              <a:buNone/>
            </a:pPr>
            <a:r>
              <a:rPr lang="en-US" sz="980" dirty="0">
                <a:solidFill>
                  <a:srgbClr val="2F2F2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Поисковые запросы отражают явные потребности пользователя, что может быть использовано для предоставления релевантных товаров.</a:t>
            </a:r>
            <a:endParaRPr lang="en-US" sz="980" dirty="0"/>
          </a:p>
        </p:txBody>
      </p:sp>
      <p:sp>
        <p:nvSpPr>
          <p:cNvPr id="32" name="Text 8"/>
          <p:cNvSpPr/>
          <p:nvPr/>
        </p:nvSpPr>
        <p:spPr>
          <a:xfrm>
            <a:off x="914400" y="4229100"/>
            <a:ext cx="20221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800"/>
              </a:lnSpc>
              <a:buNone/>
            </a:pPr>
            <a:r>
              <a:rPr lang="en-US" sz="1120" b="1" dirty="0">
                <a:solidFill>
                  <a:srgbClr val="0A2A4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Сходство метаданных</a:t>
            </a:r>
            <a:endParaRPr lang="en-US" sz="1120" dirty="0"/>
          </a:p>
        </p:txBody>
      </p:sp>
      <p:sp>
        <p:nvSpPr>
          <p:cNvPr id="33" name="Text 9"/>
          <p:cNvSpPr/>
          <p:nvPr/>
        </p:nvSpPr>
        <p:spPr>
          <a:xfrm>
            <a:off x="5224016" y="4229100"/>
            <a:ext cx="70772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200"/>
              </a:lnSpc>
              <a:buNone/>
            </a:pPr>
            <a:r>
              <a:rPr lang="en-US" sz="84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Средняя</a:t>
            </a:r>
            <a:endParaRPr lang="en-US" sz="840" dirty="0"/>
          </a:p>
        </p:txBody>
      </p:sp>
      <p:sp>
        <p:nvSpPr>
          <p:cNvPr id="34" name="Text 10"/>
          <p:cNvSpPr/>
          <p:nvPr/>
        </p:nvSpPr>
        <p:spPr>
          <a:xfrm>
            <a:off x="914400" y="4495800"/>
            <a:ext cx="48768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500"/>
              </a:lnSpc>
              <a:buNone/>
            </a:pPr>
            <a:r>
              <a:rPr lang="en-US" sz="980" dirty="0">
                <a:solidFill>
                  <a:srgbClr val="2F2F2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Использование метаданных (например, категории, характеристики) для поиска похожих товаров может улучшить релевантность рекомендаций.</a:t>
            </a:r>
            <a:endParaRPr lang="en-US" sz="980" dirty="0"/>
          </a:p>
        </p:txBody>
      </p:sp>
      <p:sp>
        <p:nvSpPr>
          <p:cNvPr id="35" name="Text 11"/>
          <p:cNvSpPr/>
          <p:nvPr/>
        </p:nvSpPr>
        <p:spPr>
          <a:xfrm>
            <a:off x="6477000" y="1409700"/>
            <a:ext cx="340518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2400"/>
              </a:lnSpc>
              <a:buNone/>
            </a:pPr>
            <a:r>
              <a:rPr lang="en-US" sz="1646" b="1" dirty="0">
                <a:solidFill>
                  <a:srgbClr val="0A2A4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Низкая степень влияния</a:t>
            </a:r>
            <a:endParaRPr lang="en-US" sz="1646" dirty="0"/>
          </a:p>
        </p:txBody>
      </p:sp>
      <p:sp>
        <p:nvSpPr>
          <p:cNvPr id="36" name="Text 12"/>
          <p:cNvSpPr/>
          <p:nvPr/>
        </p:nvSpPr>
        <p:spPr>
          <a:xfrm>
            <a:off x="6705600" y="2019300"/>
            <a:ext cx="30699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800"/>
              </a:lnSpc>
              <a:buNone/>
            </a:pPr>
            <a:r>
              <a:rPr lang="en-US" sz="1120" b="1" dirty="0">
                <a:solidFill>
                  <a:srgbClr val="0A2A4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Глобальная популярность товара</a:t>
            </a:r>
            <a:endParaRPr lang="en-US" sz="1120" dirty="0"/>
          </a:p>
        </p:txBody>
      </p:sp>
      <p:sp>
        <p:nvSpPr>
          <p:cNvPr id="37" name="Text 13"/>
          <p:cNvSpPr/>
          <p:nvPr/>
        </p:nvSpPr>
        <p:spPr>
          <a:xfrm>
            <a:off x="11108978" y="2019300"/>
            <a:ext cx="6045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200"/>
              </a:lnSpc>
              <a:buNone/>
            </a:pPr>
            <a:r>
              <a:rPr lang="en-US" sz="84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Низкая</a:t>
            </a:r>
            <a:endParaRPr lang="en-US" sz="840" dirty="0"/>
          </a:p>
        </p:txBody>
      </p:sp>
      <p:sp>
        <p:nvSpPr>
          <p:cNvPr id="38" name="Text 14"/>
          <p:cNvSpPr/>
          <p:nvPr/>
        </p:nvSpPr>
        <p:spPr>
          <a:xfrm>
            <a:off x="6705600" y="2286000"/>
            <a:ext cx="48768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500"/>
              </a:lnSpc>
              <a:buNone/>
            </a:pPr>
            <a:r>
              <a:rPr lang="en-US" sz="980" dirty="0">
                <a:solidFill>
                  <a:srgbClr val="2F2F2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Хотя популярные товары могут привлекать внимание, их влияние на персонализированную конверсию ниже, чем у факторов, основанных на индивидуальных предпочтениях.</a:t>
            </a:r>
            <a:endParaRPr lang="en-US" sz="980" dirty="0"/>
          </a:p>
        </p:txBody>
      </p:sp>
      <p:sp>
        <p:nvSpPr>
          <p:cNvPr id="39" name="Text 15"/>
          <p:cNvSpPr/>
          <p:nvPr/>
        </p:nvSpPr>
        <p:spPr>
          <a:xfrm>
            <a:off x="6705600" y="3314700"/>
            <a:ext cx="19069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800"/>
              </a:lnSpc>
              <a:buNone/>
            </a:pPr>
            <a:r>
              <a:rPr lang="en-US" sz="1120" b="1" dirty="0">
                <a:solidFill>
                  <a:srgbClr val="0A2A4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Временной контекст</a:t>
            </a:r>
            <a:endParaRPr lang="en-US" sz="1120" dirty="0"/>
          </a:p>
        </p:txBody>
      </p:sp>
      <p:sp>
        <p:nvSpPr>
          <p:cNvPr id="40" name="Text 16"/>
          <p:cNvSpPr/>
          <p:nvPr/>
        </p:nvSpPr>
        <p:spPr>
          <a:xfrm>
            <a:off x="11108978" y="3314700"/>
            <a:ext cx="6045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200"/>
              </a:lnSpc>
              <a:buNone/>
            </a:pPr>
            <a:r>
              <a:rPr lang="en-US" sz="84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Низкая</a:t>
            </a:r>
            <a:endParaRPr lang="en-US" sz="840" dirty="0"/>
          </a:p>
        </p:txBody>
      </p:sp>
      <p:sp>
        <p:nvSpPr>
          <p:cNvPr id="41" name="Text 17"/>
          <p:cNvSpPr/>
          <p:nvPr/>
        </p:nvSpPr>
        <p:spPr>
          <a:xfrm>
            <a:off x="6705600" y="3581400"/>
            <a:ext cx="48768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500"/>
              </a:lnSpc>
              <a:buNone/>
            </a:pPr>
            <a:r>
              <a:rPr lang="en-US" sz="980" dirty="0">
                <a:solidFill>
                  <a:srgbClr val="2F2F2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Время суток или сезонность могут влиять на покупательское поведение, но их воздействие менее значительно по сравнению с прямыми действиями пользователя.</a:t>
            </a:r>
            <a:endParaRPr lang="en-US" sz="980" dirty="0"/>
          </a:p>
        </p:txBody>
      </p:sp>
      <p:sp>
        <p:nvSpPr>
          <p:cNvPr id="42" name="Text 18"/>
          <p:cNvSpPr/>
          <p:nvPr/>
        </p:nvSpPr>
        <p:spPr>
          <a:xfrm>
            <a:off x="6667500" y="4762500"/>
            <a:ext cx="49149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500"/>
              </a:lnSpc>
              <a:buNone/>
            </a:pPr>
            <a:r>
              <a:rPr lang="en-US" sz="980" dirty="0">
                <a:solidFill>
                  <a:srgbClr val="1E40A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Эти факторы имеют меньшее значение по сравнению с высокими и средними факторами, но всё же могут быть использованы для улучшения рекомендаций и пользовательского опыта.</a:t>
            </a:r>
            <a:endParaRPr lang="en-US" sz="98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762000"/>
            <a:ext cx="914400" cy="381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1162050"/>
            <a:ext cx="152400" cy="152400"/>
          </a:xfrm>
          <a:prstGeom prst="rect">
            <a:avLst/>
          </a:prstGeom>
        </p:spPr>
      </p:pic>
      <p:sp>
        <p:nvSpPr>
          <p:cNvPr id="13" name="Text 0"/>
          <p:cNvSpPr/>
          <p:nvPr/>
        </p:nvSpPr>
        <p:spPr>
          <a:xfrm>
            <a:off x="457200" y="304800"/>
            <a:ext cx="521439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3000"/>
              </a:lnSpc>
              <a:buNone/>
            </a:pPr>
            <a:r>
              <a:rPr lang="en-US" sz="2426" b="1" dirty="0" err="1">
                <a:solidFill>
                  <a:srgbClr val="0A2A4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Формализованное</a:t>
            </a:r>
            <a:r>
              <a:rPr lang="en-US" sz="2426" b="1" dirty="0">
                <a:solidFill>
                  <a:srgbClr val="0A2A4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2426" b="1" dirty="0" err="1">
                <a:solidFill>
                  <a:srgbClr val="0A2A4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описание</a:t>
            </a:r>
            <a:endParaRPr lang="en-US" sz="2426" dirty="0"/>
          </a:p>
        </p:txBody>
      </p:sp>
      <p:sp>
        <p:nvSpPr>
          <p:cNvPr id="14" name="Text 1"/>
          <p:cNvSpPr/>
          <p:nvPr/>
        </p:nvSpPr>
        <p:spPr>
          <a:xfrm>
            <a:off x="838200" y="1104900"/>
            <a:ext cx="3939540" cy="2441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2100"/>
              </a:lnSpc>
              <a:buNone/>
            </a:pPr>
            <a:r>
              <a:rPr lang="en-US" sz="1260" b="1" dirty="0" err="1">
                <a:solidFill>
                  <a:srgbClr val="0A2A4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Шаг</a:t>
            </a:r>
            <a:r>
              <a:rPr lang="en-US" sz="1260" b="1" dirty="0">
                <a:solidFill>
                  <a:srgbClr val="0A2A4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1:</a:t>
            </a:r>
            <a:r>
              <a:rPr lang="ru-RU" sz="1260" b="1" dirty="0">
                <a:solidFill>
                  <a:srgbClr val="0A2A4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Поиск</a:t>
            </a:r>
            <a:endParaRPr lang="en-US" sz="1260" dirty="0"/>
          </a:p>
        </p:txBody>
      </p:sp>
      <p:sp>
        <p:nvSpPr>
          <p:cNvPr id="57" name="Text 44"/>
          <p:cNvSpPr/>
          <p:nvPr/>
        </p:nvSpPr>
        <p:spPr>
          <a:xfrm>
            <a:off x="5365403" y="7258050"/>
            <a:ext cx="5633948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500"/>
              </a:lnSpc>
              <a:buNone/>
            </a:pPr>
            <a:r>
              <a:rPr lang="en-US" sz="980" dirty="0">
                <a:solidFill>
                  <a:srgbClr val="2F2F2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(user)</a:t>
            </a:r>
            <a:endParaRPr lang="en-US" sz="980" dirty="0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6668A2E7-D810-420C-D331-421224E3E604}"/>
              </a:ext>
            </a:extLst>
          </p:cNvPr>
          <p:cNvSpPr txBox="1"/>
          <p:nvPr/>
        </p:nvSpPr>
        <p:spPr>
          <a:xfrm>
            <a:off x="92597" y="1848683"/>
            <a:ext cx="11968223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1200" b="1" i="0" dirty="0">
                <a:solidFill>
                  <a:srgbClr val="768390"/>
                </a:solidFill>
                <a:effectLst/>
                <a:latin typeface="Courier New" panose="02070309020205020404" pitchFamily="49" charset="0"/>
              </a:rPr>
              <a:t>// </a:t>
            </a:r>
            <a:r>
              <a:rPr lang="en" sz="1200" b="1" i="0" dirty="0" err="1">
                <a:solidFill>
                  <a:srgbClr val="768390"/>
                </a:solidFill>
                <a:effectLst/>
                <a:latin typeface="Courier New" panose="02070309020205020404" pitchFamily="49" charset="0"/>
              </a:rPr>
              <a:t>SearchProducts</a:t>
            </a:r>
            <a:r>
              <a:rPr lang="en" sz="1200" b="1" i="0" dirty="0">
                <a:solidFill>
                  <a:srgbClr val="76839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u-RU" sz="1200" b="1" i="0" dirty="0">
                <a:solidFill>
                  <a:srgbClr val="768390"/>
                </a:solidFill>
                <a:effectLst/>
                <a:latin typeface="Courier New" panose="02070309020205020404" pitchFamily="49" charset="0"/>
              </a:rPr>
              <a:t>выполняет поиск по списку товаров.</a:t>
            </a:r>
            <a:r>
              <a:rPr lang="ru-RU" sz="1200" b="1" i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</a:t>
            </a:r>
          </a:p>
          <a:p>
            <a:r>
              <a:rPr lang="ru-RU" sz="1200" b="1" i="0" dirty="0">
                <a:solidFill>
                  <a:srgbClr val="768390"/>
                </a:solidFill>
                <a:effectLst/>
                <a:latin typeface="Courier New" panose="02070309020205020404" pitchFamily="49" charset="0"/>
              </a:rPr>
              <a:t>// 1. Находит все товары, у которых `</a:t>
            </a:r>
            <a:r>
              <a:rPr lang="en" sz="1200" b="1" i="0" dirty="0">
                <a:solidFill>
                  <a:srgbClr val="768390"/>
                </a:solidFill>
                <a:effectLst/>
                <a:latin typeface="Courier New" panose="02070309020205020404" pitchFamily="49" charset="0"/>
              </a:rPr>
              <a:t>query` </a:t>
            </a:r>
            <a:r>
              <a:rPr lang="ru-RU" sz="1200" b="1" i="0" dirty="0">
                <a:solidFill>
                  <a:srgbClr val="768390"/>
                </a:solidFill>
                <a:effectLst/>
                <a:latin typeface="Courier New" panose="02070309020205020404" pitchFamily="49" charset="0"/>
              </a:rPr>
              <a:t>является подстрокой </a:t>
            </a:r>
            <a:r>
              <a:rPr lang="en" sz="1200" b="1" i="0" dirty="0">
                <a:solidFill>
                  <a:srgbClr val="768390"/>
                </a:solidFill>
                <a:effectLst/>
                <a:latin typeface="Courier New" panose="02070309020205020404" pitchFamily="49" charset="0"/>
              </a:rPr>
              <a:t>Name </a:t>
            </a:r>
            <a:r>
              <a:rPr lang="ru-RU" sz="1200" b="1" i="0" dirty="0">
                <a:solidFill>
                  <a:srgbClr val="768390"/>
                </a:solidFill>
                <a:effectLst/>
                <a:latin typeface="Courier New" panose="02070309020205020404" pitchFamily="49" charset="0"/>
              </a:rPr>
              <a:t>или </a:t>
            </a:r>
            <a:r>
              <a:rPr lang="en" sz="1200" b="1" i="0" dirty="0">
                <a:solidFill>
                  <a:srgbClr val="768390"/>
                </a:solidFill>
                <a:effectLst/>
                <a:latin typeface="Courier New" panose="02070309020205020404" pitchFamily="49" charset="0"/>
              </a:rPr>
              <a:t>Description (</a:t>
            </a:r>
            <a:r>
              <a:rPr lang="ru-RU" sz="1200" b="1" i="0" dirty="0">
                <a:solidFill>
                  <a:srgbClr val="768390"/>
                </a:solidFill>
                <a:effectLst/>
                <a:latin typeface="Courier New" panose="02070309020205020404" pitchFamily="49" charset="0"/>
              </a:rPr>
              <a:t>без учета регистра).</a:t>
            </a:r>
            <a:r>
              <a:rPr lang="ru-RU" sz="1200" b="1" i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</a:t>
            </a:r>
          </a:p>
          <a:p>
            <a:r>
              <a:rPr lang="ru-RU" sz="1200" b="1" i="0" dirty="0">
                <a:solidFill>
                  <a:srgbClr val="768390"/>
                </a:solidFill>
                <a:effectLst/>
                <a:latin typeface="Courier New" panose="02070309020205020404" pitchFamily="49" charset="0"/>
              </a:rPr>
              <a:t>// 2. Сортирует найденные товары по полю </a:t>
            </a:r>
            <a:r>
              <a:rPr lang="en" sz="1200" b="1" i="0" dirty="0">
                <a:solidFill>
                  <a:srgbClr val="768390"/>
                </a:solidFill>
                <a:effectLst/>
                <a:latin typeface="Courier New" panose="02070309020205020404" pitchFamily="49" charset="0"/>
              </a:rPr>
              <a:t>Popularity </a:t>
            </a:r>
            <a:r>
              <a:rPr lang="ru-RU" sz="1200" b="1" i="0" dirty="0">
                <a:solidFill>
                  <a:srgbClr val="768390"/>
                </a:solidFill>
                <a:effectLst/>
                <a:latin typeface="Courier New" panose="02070309020205020404" pitchFamily="49" charset="0"/>
              </a:rPr>
              <a:t>в порядке убывания.</a:t>
            </a:r>
            <a:r>
              <a:rPr lang="ru-RU" sz="1200" b="1" i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</a:t>
            </a:r>
          </a:p>
          <a:p>
            <a:r>
              <a:rPr lang="en" sz="1200" b="1" i="0" dirty="0" err="1">
                <a:solidFill>
                  <a:srgbClr val="F47067"/>
                </a:solidFill>
                <a:effectLst/>
                <a:latin typeface="Courier New" panose="02070309020205020404" pitchFamily="49" charset="0"/>
              </a:rPr>
              <a:t>func</a:t>
            </a:r>
            <a:r>
              <a:rPr lang="en" sz="1200" b="1" i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" sz="1200" b="1" i="0" dirty="0" err="1">
                <a:solidFill>
                  <a:srgbClr val="DCBDFB"/>
                </a:solidFill>
                <a:effectLst/>
                <a:latin typeface="Courier New" panose="02070309020205020404" pitchFamily="49" charset="0"/>
              </a:rPr>
              <a:t>SearchProducts</a:t>
            </a:r>
            <a:r>
              <a:rPr lang="en" sz="1200" b="1" i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" sz="1200" b="1" i="0" dirty="0">
                <a:solidFill>
                  <a:schemeClr val="bg2">
                    <a:lumMod val="25000"/>
                  </a:schemeClr>
                </a:solidFill>
                <a:effectLst/>
                <a:latin typeface="Courier New" panose="02070309020205020404" pitchFamily="49" charset="0"/>
              </a:rPr>
              <a:t>query</a:t>
            </a:r>
            <a:r>
              <a:rPr lang="en" sz="1200" b="1" i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" sz="1200" b="1" i="0" dirty="0">
                <a:solidFill>
                  <a:srgbClr val="F47067"/>
                </a:solidFill>
                <a:effectLst/>
                <a:latin typeface="Courier New" panose="02070309020205020404" pitchFamily="49" charset="0"/>
              </a:rPr>
              <a:t>string</a:t>
            </a:r>
            <a:r>
              <a:rPr lang="en" sz="1200" b="1" i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" sz="1200" b="1" i="0" dirty="0">
                <a:solidFill>
                  <a:schemeClr val="bg2">
                    <a:lumMod val="25000"/>
                  </a:schemeClr>
                </a:solidFill>
                <a:effectLst/>
                <a:latin typeface="Courier New" panose="02070309020205020404" pitchFamily="49" charset="0"/>
              </a:rPr>
              <a:t>products []Product) []</a:t>
            </a:r>
            <a:r>
              <a:rPr lang="en" sz="1200" b="1" i="0" dirty="0">
                <a:solidFill>
                  <a:srgbClr val="DCBDFB"/>
                </a:solidFill>
                <a:effectLst/>
                <a:latin typeface="Courier New" panose="02070309020205020404" pitchFamily="49" charset="0"/>
              </a:rPr>
              <a:t>Product</a:t>
            </a:r>
            <a:r>
              <a:rPr lang="en" sz="1200" b="1" i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" sz="1200" b="1" i="0" dirty="0">
                <a:solidFill>
                  <a:schemeClr val="bg2">
                    <a:lumMod val="25000"/>
                  </a:schemeClr>
                </a:solidFill>
                <a:effectLst/>
                <a:latin typeface="Courier New" panose="02070309020205020404" pitchFamily="49" charset="0"/>
              </a:rPr>
              <a:t>{</a:t>
            </a:r>
            <a:endParaRPr lang="ru-RU" sz="1200" b="1" i="0" dirty="0">
              <a:solidFill>
                <a:schemeClr val="bg2">
                  <a:lumMod val="25000"/>
                </a:schemeClr>
              </a:solidFill>
              <a:effectLst/>
              <a:latin typeface="Courier New" panose="02070309020205020404" pitchFamily="49" charset="0"/>
            </a:endParaRPr>
          </a:p>
          <a:p>
            <a:r>
              <a:rPr lang="ru-RU" sz="1200" b="1" dirty="0">
                <a:solidFill>
                  <a:srgbClr val="D4D4D4"/>
                </a:solidFill>
                <a:latin typeface="Courier New" panose="02070309020205020404" pitchFamily="49" charset="0"/>
              </a:rPr>
              <a:t>	</a:t>
            </a:r>
            <a:r>
              <a:rPr lang="en" sz="1200" b="1" i="0" dirty="0">
                <a:solidFill>
                  <a:srgbClr val="F47067"/>
                </a:solidFill>
                <a:effectLst/>
                <a:latin typeface="Courier New" panose="02070309020205020404" pitchFamily="49" charset="0"/>
              </a:rPr>
              <a:t>var</a:t>
            </a:r>
            <a:r>
              <a:rPr lang="en" sz="1200" b="1" i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" sz="1200" b="1" i="0" dirty="0" err="1">
                <a:solidFill>
                  <a:schemeClr val="bg2">
                    <a:lumMod val="25000"/>
                  </a:schemeClr>
                </a:solidFill>
                <a:effectLst/>
                <a:latin typeface="Courier New" panose="02070309020205020404" pitchFamily="49" charset="0"/>
              </a:rPr>
              <a:t>foundProducts</a:t>
            </a:r>
            <a:r>
              <a:rPr lang="en" sz="1200" b="1" i="0" dirty="0">
                <a:solidFill>
                  <a:schemeClr val="bg2">
                    <a:lumMod val="25000"/>
                  </a:schemeClr>
                </a:solidFill>
                <a:effectLst/>
                <a:latin typeface="Courier New" panose="02070309020205020404" pitchFamily="49" charset="0"/>
              </a:rPr>
              <a:t> []Product </a:t>
            </a:r>
            <a:endParaRPr lang="ru-RU" sz="1200" b="1" i="0" dirty="0">
              <a:solidFill>
                <a:schemeClr val="bg2">
                  <a:lumMod val="25000"/>
                </a:schemeClr>
              </a:solidFill>
              <a:effectLst/>
              <a:latin typeface="Courier New" panose="02070309020205020404" pitchFamily="49" charset="0"/>
            </a:endParaRPr>
          </a:p>
          <a:p>
            <a:r>
              <a:rPr lang="ru-RU" sz="1200" b="1" dirty="0">
                <a:solidFill>
                  <a:srgbClr val="D4D4D4"/>
                </a:solidFill>
                <a:latin typeface="Courier New" panose="02070309020205020404" pitchFamily="49" charset="0"/>
              </a:rPr>
              <a:t>	</a:t>
            </a:r>
            <a:r>
              <a:rPr lang="en" sz="1200" b="1" i="0" dirty="0" err="1">
                <a:solidFill>
                  <a:schemeClr val="bg2">
                    <a:lumMod val="25000"/>
                  </a:schemeClr>
                </a:solidFill>
                <a:effectLst/>
                <a:latin typeface="Courier New" panose="02070309020205020404" pitchFamily="49" charset="0"/>
              </a:rPr>
              <a:t>lowerQuery</a:t>
            </a:r>
            <a:r>
              <a:rPr lang="en" sz="1200" b="1" i="0" dirty="0">
                <a:solidFill>
                  <a:schemeClr val="bg2">
                    <a:lumMod val="25000"/>
                  </a:schemeClr>
                </a:solidFill>
                <a:effectLst/>
                <a:latin typeface="Courier New" panose="02070309020205020404" pitchFamily="49" charset="0"/>
              </a:rPr>
              <a:t> := </a:t>
            </a:r>
            <a:r>
              <a:rPr lang="en" sz="1200" b="1" i="0" dirty="0" err="1">
                <a:solidFill>
                  <a:schemeClr val="bg2">
                    <a:lumMod val="25000"/>
                  </a:schemeClr>
                </a:solidFill>
                <a:effectLst/>
                <a:latin typeface="Courier New" panose="02070309020205020404" pitchFamily="49" charset="0"/>
              </a:rPr>
              <a:t>strings.ToLower</a:t>
            </a:r>
            <a:r>
              <a:rPr lang="en" sz="1200" b="1" i="0" dirty="0">
                <a:solidFill>
                  <a:schemeClr val="bg2">
                    <a:lumMod val="25000"/>
                  </a:schemeClr>
                </a:solidFill>
                <a:effectLst/>
                <a:latin typeface="Courier New" panose="02070309020205020404" pitchFamily="49" charset="0"/>
              </a:rPr>
              <a:t>(query) </a:t>
            </a:r>
            <a:endParaRPr lang="ru-RU" sz="1200" b="1" i="0" dirty="0">
              <a:solidFill>
                <a:schemeClr val="bg2">
                  <a:lumMod val="25000"/>
                </a:schemeClr>
              </a:solidFill>
              <a:effectLst/>
              <a:latin typeface="Courier New" panose="02070309020205020404" pitchFamily="49" charset="0"/>
            </a:endParaRPr>
          </a:p>
          <a:p>
            <a:r>
              <a:rPr lang="ru-RU" sz="1200" b="1" dirty="0">
                <a:solidFill>
                  <a:srgbClr val="D4D4D4"/>
                </a:solidFill>
                <a:latin typeface="Courier New" panose="02070309020205020404" pitchFamily="49" charset="0"/>
              </a:rPr>
              <a:t>	</a:t>
            </a:r>
            <a:r>
              <a:rPr lang="en" sz="1200" b="1" i="0" dirty="0">
                <a:solidFill>
                  <a:srgbClr val="768390"/>
                </a:solidFill>
                <a:effectLst/>
                <a:latin typeface="Courier New" panose="02070309020205020404" pitchFamily="49" charset="0"/>
              </a:rPr>
              <a:t>// </a:t>
            </a:r>
            <a:r>
              <a:rPr lang="ru-RU" sz="1200" b="1" i="0" dirty="0">
                <a:solidFill>
                  <a:srgbClr val="768390"/>
                </a:solidFill>
                <a:effectLst/>
                <a:latin typeface="Courier New" panose="02070309020205020404" pitchFamily="49" charset="0"/>
              </a:rPr>
              <a:t>Шаг 1: Поиск по вхождению подстроки</a:t>
            </a:r>
            <a:r>
              <a:rPr lang="ru-RU" sz="1200" b="1" i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</a:t>
            </a:r>
          </a:p>
          <a:p>
            <a:endParaRPr lang="ru-RU" sz="1200" b="1" dirty="0">
              <a:solidFill>
                <a:srgbClr val="D4D4D4"/>
              </a:solidFill>
              <a:latin typeface="Courier New" panose="02070309020205020404" pitchFamily="49" charset="0"/>
            </a:endParaRPr>
          </a:p>
          <a:p>
            <a:r>
              <a:rPr lang="ru-RU" sz="1200" b="1" i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	</a:t>
            </a:r>
            <a:r>
              <a:rPr lang="en" sz="1200" b="1" i="0" dirty="0">
                <a:solidFill>
                  <a:srgbClr val="F47067"/>
                </a:solidFill>
                <a:effectLst/>
                <a:latin typeface="Courier New" panose="02070309020205020404" pitchFamily="49" charset="0"/>
              </a:rPr>
              <a:t>for</a:t>
            </a:r>
            <a:r>
              <a:rPr lang="en" sz="1200" b="1" i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" sz="1200" b="1" i="0" dirty="0">
                <a:solidFill>
                  <a:schemeClr val="bg2">
                    <a:lumMod val="25000"/>
                  </a:schemeClr>
                </a:solidFill>
                <a:effectLst/>
                <a:latin typeface="Courier New" panose="02070309020205020404" pitchFamily="49" charset="0"/>
              </a:rPr>
              <a:t>_, p := </a:t>
            </a:r>
            <a:r>
              <a:rPr lang="en" sz="1200" b="1" i="0" dirty="0">
                <a:solidFill>
                  <a:srgbClr val="F47067"/>
                </a:solidFill>
                <a:effectLst/>
                <a:latin typeface="Courier New" panose="02070309020205020404" pitchFamily="49" charset="0"/>
              </a:rPr>
              <a:t>range</a:t>
            </a:r>
            <a:r>
              <a:rPr lang="en" sz="1200" b="1" i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" sz="1200" b="1" i="0" dirty="0">
                <a:solidFill>
                  <a:schemeClr val="bg2">
                    <a:lumMod val="25000"/>
                  </a:schemeClr>
                </a:solidFill>
                <a:effectLst/>
                <a:latin typeface="Courier New" panose="02070309020205020404" pitchFamily="49" charset="0"/>
              </a:rPr>
              <a:t>products {</a:t>
            </a:r>
            <a:r>
              <a:rPr lang="en" sz="1200" b="1" i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</a:t>
            </a:r>
            <a:endParaRPr lang="ru-RU" sz="1200" b="1" i="0" dirty="0">
              <a:solidFill>
                <a:srgbClr val="D4D4D4"/>
              </a:solidFill>
              <a:effectLst/>
              <a:latin typeface="Courier New" panose="02070309020205020404" pitchFamily="49" charset="0"/>
            </a:endParaRPr>
          </a:p>
          <a:p>
            <a:r>
              <a:rPr lang="ru-RU" sz="1200" b="1" dirty="0">
                <a:solidFill>
                  <a:srgbClr val="D4D4D4"/>
                </a:solidFill>
                <a:latin typeface="Courier New" panose="02070309020205020404" pitchFamily="49" charset="0"/>
              </a:rPr>
              <a:t>		</a:t>
            </a:r>
            <a:r>
              <a:rPr lang="en" sz="1200" b="1" i="0" dirty="0">
                <a:solidFill>
                  <a:srgbClr val="F47067"/>
                </a:solidFill>
                <a:effectLst/>
                <a:latin typeface="Courier New" panose="02070309020205020404" pitchFamily="49" charset="0"/>
              </a:rPr>
              <a:t>if</a:t>
            </a:r>
            <a:r>
              <a:rPr lang="en" sz="1200" b="1" i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" sz="1200" b="1" i="0" dirty="0" err="1">
                <a:solidFill>
                  <a:schemeClr val="bg2">
                    <a:lumMod val="25000"/>
                  </a:schemeClr>
                </a:solidFill>
                <a:effectLst/>
                <a:latin typeface="Courier New" panose="02070309020205020404" pitchFamily="49" charset="0"/>
              </a:rPr>
              <a:t>strings.Contains</a:t>
            </a:r>
            <a:r>
              <a:rPr lang="en" sz="1200" b="1" i="0" dirty="0">
                <a:solidFill>
                  <a:schemeClr val="bg2">
                    <a:lumMod val="25000"/>
                  </a:schemeClr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" sz="1200" b="1" i="0" dirty="0" err="1">
                <a:solidFill>
                  <a:schemeClr val="bg2">
                    <a:lumMod val="25000"/>
                  </a:schemeClr>
                </a:solidFill>
                <a:effectLst/>
                <a:latin typeface="Courier New" panose="02070309020205020404" pitchFamily="49" charset="0"/>
              </a:rPr>
              <a:t>strings.ToLower</a:t>
            </a:r>
            <a:r>
              <a:rPr lang="en" sz="1200" b="1" i="0" dirty="0">
                <a:solidFill>
                  <a:schemeClr val="bg2">
                    <a:lumMod val="25000"/>
                  </a:schemeClr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" sz="1200" b="1" i="0" dirty="0" err="1">
                <a:solidFill>
                  <a:schemeClr val="bg2">
                    <a:lumMod val="25000"/>
                  </a:schemeClr>
                </a:solidFill>
                <a:effectLst/>
                <a:latin typeface="Courier New" panose="02070309020205020404" pitchFamily="49" charset="0"/>
              </a:rPr>
              <a:t>p.Name</a:t>
            </a:r>
            <a:r>
              <a:rPr lang="en" sz="1200" b="1" i="0" dirty="0">
                <a:solidFill>
                  <a:schemeClr val="bg2">
                    <a:lumMod val="25000"/>
                  </a:schemeClr>
                </a:solidFill>
                <a:effectLst/>
                <a:latin typeface="Courier New" panose="02070309020205020404" pitchFamily="49" charset="0"/>
              </a:rPr>
              <a:t>), </a:t>
            </a:r>
            <a:r>
              <a:rPr lang="en" sz="1200" b="1" i="0" dirty="0" err="1">
                <a:solidFill>
                  <a:schemeClr val="bg2">
                    <a:lumMod val="25000"/>
                  </a:schemeClr>
                </a:solidFill>
                <a:effectLst/>
                <a:latin typeface="Courier New" panose="02070309020205020404" pitchFamily="49" charset="0"/>
              </a:rPr>
              <a:t>lowerQuery</a:t>
            </a:r>
            <a:r>
              <a:rPr lang="en" sz="1200" b="1" i="0" dirty="0">
                <a:solidFill>
                  <a:schemeClr val="bg2">
                    <a:lumMod val="25000"/>
                  </a:schemeClr>
                </a:solidFill>
                <a:effectLst/>
                <a:latin typeface="Courier New" panose="02070309020205020404" pitchFamily="49" charset="0"/>
              </a:rPr>
              <a:t>) ||</a:t>
            </a:r>
            <a:r>
              <a:rPr lang="ru-RU" sz="1200" b="1" dirty="0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</a:rPr>
              <a:t> </a:t>
            </a:r>
            <a:r>
              <a:rPr lang="en" sz="1200" b="1" i="0" dirty="0" err="1">
                <a:solidFill>
                  <a:schemeClr val="bg2">
                    <a:lumMod val="25000"/>
                  </a:schemeClr>
                </a:solidFill>
                <a:effectLst/>
                <a:latin typeface="Courier New" panose="02070309020205020404" pitchFamily="49" charset="0"/>
              </a:rPr>
              <a:t>strings.Contains</a:t>
            </a:r>
            <a:r>
              <a:rPr lang="ru-RU" sz="1200" b="1" i="0" dirty="0">
                <a:solidFill>
                  <a:schemeClr val="bg2">
                    <a:lumMod val="25000"/>
                  </a:schemeClr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" sz="1200" b="1" i="0" dirty="0">
                <a:solidFill>
                  <a:schemeClr val="bg2">
                    <a:lumMod val="25000"/>
                  </a:schemeClr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" sz="1200" b="1" i="0" dirty="0" err="1">
                <a:solidFill>
                  <a:schemeClr val="bg2">
                    <a:lumMod val="25000"/>
                  </a:schemeClr>
                </a:solidFill>
                <a:effectLst/>
                <a:latin typeface="Courier New" panose="02070309020205020404" pitchFamily="49" charset="0"/>
              </a:rPr>
              <a:t>p.Description</a:t>
            </a:r>
            <a:r>
              <a:rPr lang="en" sz="1200" b="1" i="0" dirty="0">
                <a:solidFill>
                  <a:schemeClr val="bg2">
                    <a:lumMod val="25000"/>
                  </a:schemeClr>
                </a:solidFill>
                <a:effectLst/>
                <a:latin typeface="Courier New" panose="02070309020205020404" pitchFamily="49" charset="0"/>
              </a:rPr>
              <a:t>), </a:t>
            </a:r>
            <a:r>
              <a:rPr lang="en" sz="1200" b="1" i="0" dirty="0" err="1">
                <a:solidFill>
                  <a:schemeClr val="bg2">
                    <a:lumMod val="25000"/>
                  </a:schemeClr>
                </a:solidFill>
                <a:effectLst/>
                <a:latin typeface="Courier New" panose="02070309020205020404" pitchFamily="49" charset="0"/>
              </a:rPr>
              <a:t>lowerQuery</a:t>
            </a:r>
            <a:r>
              <a:rPr lang="en" sz="1200" b="1" i="0" dirty="0">
                <a:solidFill>
                  <a:schemeClr val="bg2">
                    <a:lumMod val="25000"/>
                  </a:schemeClr>
                </a:solidFill>
                <a:effectLst/>
                <a:latin typeface="Courier New" panose="02070309020205020404" pitchFamily="49" charset="0"/>
              </a:rPr>
              <a:t>) { </a:t>
            </a:r>
            <a:endParaRPr lang="ru-RU" sz="1200" b="1" i="0" dirty="0">
              <a:solidFill>
                <a:schemeClr val="bg2">
                  <a:lumMod val="25000"/>
                </a:schemeClr>
              </a:solidFill>
              <a:effectLst/>
              <a:latin typeface="Courier New" panose="02070309020205020404" pitchFamily="49" charset="0"/>
            </a:endParaRPr>
          </a:p>
          <a:p>
            <a:r>
              <a:rPr lang="ru-RU" sz="1200" b="1" dirty="0">
                <a:solidFill>
                  <a:srgbClr val="D4D4D4"/>
                </a:solidFill>
                <a:latin typeface="Courier New" panose="02070309020205020404" pitchFamily="49" charset="0"/>
              </a:rPr>
              <a:t>			</a:t>
            </a:r>
            <a:r>
              <a:rPr lang="en" sz="1200" b="1" i="0" dirty="0" err="1">
                <a:solidFill>
                  <a:schemeClr val="bg2">
                    <a:lumMod val="25000"/>
                  </a:schemeClr>
                </a:solidFill>
                <a:effectLst/>
                <a:latin typeface="Courier New" panose="02070309020205020404" pitchFamily="49" charset="0"/>
              </a:rPr>
              <a:t>foundProducts</a:t>
            </a:r>
            <a:r>
              <a:rPr lang="en" sz="1200" b="1" i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" sz="1200" b="1" i="0" dirty="0">
                <a:solidFill>
                  <a:schemeClr val="bg2">
                    <a:lumMod val="25000"/>
                  </a:schemeClr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" sz="1200" b="1" i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" sz="1200" b="1" i="0" dirty="0">
                <a:solidFill>
                  <a:srgbClr val="F69D50"/>
                </a:solidFill>
                <a:effectLst/>
                <a:latin typeface="Courier New" panose="02070309020205020404" pitchFamily="49" charset="0"/>
              </a:rPr>
              <a:t>append</a:t>
            </a:r>
            <a:r>
              <a:rPr lang="en" sz="1200" b="1" i="0" dirty="0">
                <a:solidFill>
                  <a:schemeClr val="bg2">
                    <a:lumMod val="25000"/>
                  </a:schemeClr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" sz="1200" b="1" i="0" dirty="0" err="1">
                <a:solidFill>
                  <a:schemeClr val="bg2">
                    <a:lumMod val="25000"/>
                  </a:schemeClr>
                </a:solidFill>
                <a:effectLst/>
                <a:latin typeface="Courier New" panose="02070309020205020404" pitchFamily="49" charset="0"/>
              </a:rPr>
              <a:t>foundProducts</a:t>
            </a:r>
            <a:r>
              <a:rPr lang="en" sz="1200" b="1" i="0" dirty="0">
                <a:solidFill>
                  <a:schemeClr val="bg2">
                    <a:lumMod val="25000"/>
                  </a:schemeClr>
                </a:solidFill>
                <a:effectLst/>
                <a:latin typeface="Courier New" panose="02070309020205020404" pitchFamily="49" charset="0"/>
              </a:rPr>
              <a:t>, p) </a:t>
            </a:r>
            <a:endParaRPr lang="ru-RU" sz="1200" b="1" i="0" dirty="0">
              <a:solidFill>
                <a:schemeClr val="bg2">
                  <a:lumMod val="25000"/>
                </a:schemeClr>
              </a:solidFill>
              <a:effectLst/>
              <a:latin typeface="Courier New" panose="02070309020205020404" pitchFamily="49" charset="0"/>
            </a:endParaRPr>
          </a:p>
          <a:p>
            <a:r>
              <a:rPr lang="ru-RU" sz="1200" b="1" dirty="0">
                <a:solidFill>
                  <a:srgbClr val="D4D4D4"/>
                </a:solidFill>
                <a:latin typeface="Courier New" panose="02070309020205020404" pitchFamily="49" charset="0"/>
              </a:rPr>
              <a:t>	</a:t>
            </a:r>
            <a:r>
              <a:rPr lang="ru-RU" sz="1200" b="1" dirty="0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</a:rPr>
              <a:t>	</a:t>
            </a:r>
            <a:r>
              <a:rPr lang="en" sz="1200" b="1" i="0" dirty="0">
                <a:solidFill>
                  <a:schemeClr val="bg2">
                    <a:lumMod val="25000"/>
                  </a:schemeClr>
                </a:solidFill>
                <a:effectLst/>
                <a:latin typeface="Courier New" panose="02070309020205020404" pitchFamily="49" charset="0"/>
              </a:rPr>
              <a:t>} </a:t>
            </a:r>
            <a:endParaRPr lang="ru-RU" sz="1200" b="1" i="0" dirty="0">
              <a:solidFill>
                <a:schemeClr val="bg2">
                  <a:lumMod val="25000"/>
                </a:schemeClr>
              </a:solidFill>
              <a:effectLst/>
              <a:latin typeface="Courier New" panose="02070309020205020404" pitchFamily="49" charset="0"/>
            </a:endParaRPr>
          </a:p>
          <a:p>
            <a:r>
              <a:rPr lang="ru-RU" sz="1200" b="1" dirty="0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</a:rPr>
              <a:t>	</a:t>
            </a:r>
            <a:r>
              <a:rPr lang="en" sz="1200" b="1" i="0" dirty="0">
                <a:solidFill>
                  <a:schemeClr val="bg2">
                    <a:lumMod val="25000"/>
                  </a:schemeClr>
                </a:solidFill>
                <a:effectLst/>
                <a:latin typeface="Courier New" panose="02070309020205020404" pitchFamily="49" charset="0"/>
              </a:rPr>
              <a:t>} </a:t>
            </a:r>
            <a:endParaRPr lang="ru-RU" sz="1200" b="1" i="0" dirty="0">
              <a:solidFill>
                <a:schemeClr val="bg2">
                  <a:lumMod val="25000"/>
                </a:schemeClr>
              </a:solidFill>
              <a:effectLst/>
              <a:latin typeface="Courier New" panose="02070309020205020404" pitchFamily="49" charset="0"/>
            </a:endParaRPr>
          </a:p>
          <a:p>
            <a:r>
              <a:rPr lang="ru-RU" sz="1200" b="1" dirty="0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</a:rPr>
              <a:t>	</a:t>
            </a:r>
          </a:p>
          <a:p>
            <a:r>
              <a:rPr lang="ru-RU" sz="1200" b="1" i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	</a:t>
            </a:r>
            <a:r>
              <a:rPr lang="en" sz="1200" b="1" i="0" dirty="0">
                <a:solidFill>
                  <a:srgbClr val="768390"/>
                </a:solidFill>
                <a:effectLst/>
                <a:latin typeface="Courier New" panose="02070309020205020404" pitchFamily="49" charset="0"/>
              </a:rPr>
              <a:t>// </a:t>
            </a:r>
            <a:r>
              <a:rPr lang="ru-RU" sz="1200" b="1" i="0" dirty="0">
                <a:solidFill>
                  <a:srgbClr val="768390"/>
                </a:solidFill>
                <a:effectLst/>
                <a:latin typeface="Courier New" panose="02070309020205020404" pitchFamily="49" charset="0"/>
              </a:rPr>
              <a:t>Шаг 2: Ранжирование (сортировка) по популярности</a:t>
            </a:r>
            <a:r>
              <a:rPr lang="ru-RU" sz="1200" b="1" i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</a:t>
            </a:r>
          </a:p>
          <a:p>
            <a:r>
              <a:rPr lang="ru-RU" sz="1200" b="1" dirty="0">
                <a:solidFill>
                  <a:srgbClr val="D4D4D4"/>
                </a:solidFill>
                <a:latin typeface="Courier New" panose="02070309020205020404" pitchFamily="49" charset="0"/>
              </a:rPr>
              <a:t>	</a:t>
            </a:r>
            <a:r>
              <a:rPr lang="en" sz="1200" b="1" i="0" dirty="0" err="1">
                <a:solidFill>
                  <a:schemeClr val="bg2">
                    <a:lumMod val="25000"/>
                  </a:schemeClr>
                </a:solidFill>
                <a:effectLst/>
                <a:latin typeface="Courier New" panose="02070309020205020404" pitchFamily="49" charset="0"/>
              </a:rPr>
              <a:t>sort.Slice</a:t>
            </a:r>
            <a:r>
              <a:rPr lang="en" sz="1200" b="1" i="0" dirty="0">
                <a:solidFill>
                  <a:schemeClr val="bg2">
                    <a:lumMod val="25000"/>
                  </a:schemeClr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" sz="1200" b="1" i="0" dirty="0" err="1">
                <a:solidFill>
                  <a:schemeClr val="bg2">
                    <a:lumMod val="25000"/>
                  </a:schemeClr>
                </a:solidFill>
                <a:effectLst/>
                <a:latin typeface="Courier New" panose="02070309020205020404" pitchFamily="49" charset="0"/>
              </a:rPr>
              <a:t>foundProducts</a:t>
            </a:r>
            <a:r>
              <a:rPr lang="en" sz="1200" b="1" i="0" dirty="0">
                <a:solidFill>
                  <a:schemeClr val="bg2">
                    <a:lumMod val="25000"/>
                  </a:schemeClr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" sz="1200" b="1" i="0" dirty="0" err="1">
                <a:solidFill>
                  <a:srgbClr val="F47067"/>
                </a:solidFill>
                <a:effectLst/>
                <a:latin typeface="Courier New" panose="02070309020205020404" pitchFamily="49" charset="0"/>
              </a:rPr>
              <a:t>func</a:t>
            </a:r>
            <a:r>
              <a:rPr lang="en" sz="1200" b="1" i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" sz="1200" b="1" i="0" dirty="0" err="1">
                <a:solidFill>
                  <a:schemeClr val="bg2">
                    <a:lumMod val="25000"/>
                  </a:schemeClr>
                </a:solidFill>
                <a:effectLst/>
                <a:latin typeface="Courier New" panose="02070309020205020404" pitchFamily="49" charset="0"/>
              </a:rPr>
              <a:t>i</a:t>
            </a:r>
            <a:r>
              <a:rPr lang="en" sz="1200" b="1" i="0" dirty="0">
                <a:solidFill>
                  <a:schemeClr val="bg2">
                    <a:lumMod val="25000"/>
                  </a:schemeClr>
                </a:solidFill>
                <a:effectLst/>
                <a:latin typeface="Courier New" panose="02070309020205020404" pitchFamily="49" charset="0"/>
              </a:rPr>
              <a:t>, j </a:t>
            </a:r>
            <a:r>
              <a:rPr lang="en" sz="1200" b="1" i="0" dirty="0">
                <a:solidFill>
                  <a:srgbClr val="F47067"/>
                </a:solidFill>
                <a:effectLst/>
                <a:latin typeface="Courier New" panose="02070309020205020404" pitchFamily="49" charset="0"/>
              </a:rPr>
              <a:t>int</a:t>
            </a:r>
            <a:r>
              <a:rPr lang="en" sz="1200" b="1" i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) </a:t>
            </a:r>
            <a:r>
              <a:rPr lang="en" sz="1200" b="1" i="0" dirty="0">
                <a:solidFill>
                  <a:srgbClr val="DCBDFB"/>
                </a:solidFill>
                <a:effectLst/>
                <a:latin typeface="Courier New" panose="02070309020205020404" pitchFamily="49" charset="0"/>
              </a:rPr>
              <a:t>bool</a:t>
            </a:r>
            <a:r>
              <a:rPr lang="en" sz="1200" b="1" i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" sz="1200" b="1" i="0" dirty="0">
                <a:solidFill>
                  <a:schemeClr val="bg2">
                    <a:lumMod val="25000"/>
                  </a:schemeClr>
                </a:solidFill>
                <a:effectLst/>
                <a:latin typeface="Courier New" panose="02070309020205020404" pitchFamily="49" charset="0"/>
              </a:rPr>
              <a:t>{ </a:t>
            </a:r>
            <a:endParaRPr lang="ru-RU" sz="1200" b="1" i="0" dirty="0">
              <a:solidFill>
                <a:schemeClr val="bg2">
                  <a:lumMod val="25000"/>
                </a:schemeClr>
              </a:solidFill>
              <a:effectLst/>
              <a:latin typeface="Courier New" panose="02070309020205020404" pitchFamily="49" charset="0"/>
            </a:endParaRPr>
          </a:p>
          <a:p>
            <a:r>
              <a:rPr lang="ru-RU" sz="1200" b="1" dirty="0">
                <a:solidFill>
                  <a:srgbClr val="D4D4D4"/>
                </a:solidFill>
                <a:latin typeface="Courier New" panose="02070309020205020404" pitchFamily="49" charset="0"/>
              </a:rPr>
              <a:t>		</a:t>
            </a:r>
            <a:r>
              <a:rPr lang="en" sz="1200" b="1" i="0" dirty="0">
                <a:solidFill>
                  <a:srgbClr val="768390"/>
                </a:solidFill>
                <a:effectLst/>
                <a:latin typeface="Courier New" panose="02070309020205020404" pitchFamily="49" charset="0"/>
              </a:rPr>
              <a:t>// </a:t>
            </a:r>
            <a:r>
              <a:rPr lang="ru-RU" sz="1200" b="1" i="0" dirty="0">
                <a:solidFill>
                  <a:srgbClr val="768390"/>
                </a:solidFill>
                <a:effectLst/>
                <a:latin typeface="Courier New" panose="02070309020205020404" pitchFamily="49" charset="0"/>
              </a:rPr>
              <a:t>Сортируем по убыванию: более популярные товары идут первыми.</a:t>
            </a:r>
            <a:r>
              <a:rPr lang="ru-RU" sz="1200" b="1" i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</a:t>
            </a:r>
          </a:p>
          <a:p>
            <a:r>
              <a:rPr lang="ru-RU" sz="1200" b="1" dirty="0">
                <a:solidFill>
                  <a:srgbClr val="D4D4D4"/>
                </a:solidFill>
                <a:latin typeface="Courier New" panose="02070309020205020404" pitchFamily="49" charset="0"/>
              </a:rPr>
              <a:t>		</a:t>
            </a:r>
            <a:r>
              <a:rPr lang="en" sz="1200" b="1" i="0" dirty="0">
                <a:solidFill>
                  <a:srgbClr val="F47067"/>
                </a:solidFill>
                <a:effectLst/>
                <a:latin typeface="Courier New" panose="02070309020205020404" pitchFamily="49" charset="0"/>
              </a:rPr>
              <a:t>return</a:t>
            </a:r>
            <a:r>
              <a:rPr lang="en" sz="1200" b="1" i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" sz="1200" b="1" i="0" dirty="0" err="1">
                <a:solidFill>
                  <a:schemeClr val="bg2">
                    <a:lumMod val="25000"/>
                  </a:schemeClr>
                </a:solidFill>
                <a:effectLst/>
                <a:latin typeface="Courier New" panose="02070309020205020404" pitchFamily="49" charset="0"/>
              </a:rPr>
              <a:t>foundProducts</a:t>
            </a:r>
            <a:r>
              <a:rPr lang="en" sz="1200" b="1" i="0" dirty="0">
                <a:solidFill>
                  <a:schemeClr val="bg2">
                    <a:lumMod val="25000"/>
                  </a:schemeClr>
                </a:solidFill>
                <a:effectLst/>
                <a:latin typeface="Courier New" panose="02070309020205020404" pitchFamily="49" charset="0"/>
              </a:rPr>
              <a:t>[</a:t>
            </a:r>
            <a:r>
              <a:rPr lang="en" sz="1200" b="1" i="0" dirty="0" err="1">
                <a:solidFill>
                  <a:schemeClr val="bg2">
                    <a:lumMod val="25000"/>
                  </a:schemeClr>
                </a:solidFill>
                <a:effectLst/>
                <a:latin typeface="Courier New" panose="02070309020205020404" pitchFamily="49" charset="0"/>
              </a:rPr>
              <a:t>i</a:t>
            </a:r>
            <a:r>
              <a:rPr lang="en" sz="1200" b="1" i="0" dirty="0">
                <a:solidFill>
                  <a:schemeClr val="bg2">
                    <a:lumMod val="25000"/>
                  </a:schemeClr>
                </a:solidFill>
                <a:effectLst/>
                <a:latin typeface="Courier New" panose="02070309020205020404" pitchFamily="49" charset="0"/>
              </a:rPr>
              <a:t>].Popularity &gt; </a:t>
            </a:r>
            <a:r>
              <a:rPr lang="en" sz="1200" b="1" i="0" dirty="0" err="1">
                <a:solidFill>
                  <a:schemeClr val="bg2">
                    <a:lumMod val="25000"/>
                  </a:schemeClr>
                </a:solidFill>
                <a:effectLst/>
                <a:latin typeface="Courier New" panose="02070309020205020404" pitchFamily="49" charset="0"/>
              </a:rPr>
              <a:t>foundProducts</a:t>
            </a:r>
            <a:r>
              <a:rPr lang="en" sz="1200" b="1" i="0" dirty="0">
                <a:solidFill>
                  <a:schemeClr val="bg2">
                    <a:lumMod val="25000"/>
                  </a:schemeClr>
                </a:solidFill>
                <a:effectLst/>
                <a:latin typeface="Courier New" panose="02070309020205020404" pitchFamily="49" charset="0"/>
              </a:rPr>
              <a:t>[j].Popularity </a:t>
            </a:r>
            <a:endParaRPr lang="ru-RU" sz="1200" b="1" i="0" dirty="0">
              <a:solidFill>
                <a:schemeClr val="bg2">
                  <a:lumMod val="25000"/>
                </a:schemeClr>
              </a:solidFill>
              <a:effectLst/>
              <a:latin typeface="Courier New" panose="02070309020205020404" pitchFamily="49" charset="0"/>
            </a:endParaRPr>
          </a:p>
          <a:p>
            <a:r>
              <a:rPr lang="ru-RU" sz="1200" b="1" dirty="0">
                <a:solidFill>
                  <a:srgbClr val="D4D4D4"/>
                </a:solidFill>
                <a:latin typeface="Courier New" panose="02070309020205020404" pitchFamily="49" charset="0"/>
              </a:rPr>
              <a:t>	</a:t>
            </a:r>
            <a:r>
              <a:rPr lang="en" sz="1200" b="1" i="0" dirty="0">
                <a:solidFill>
                  <a:schemeClr val="bg2">
                    <a:lumMod val="25000"/>
                  </a:schemeClr>
                </a:solidFill>
                <a:effectLst/>
                <a:latin typeface="Courier New" panose="02070309020205020404" pitchFamily="49" charset="0"/>
              </a:rPr>
              <a:t>}) </a:t>
            </a:r>
            <a:endParaRPr lang="ru-RU" sz="1200" b="1" i="0" dirty="0">
              <a:solidFill>
                <a:schemeClr val="bg2">
                  <a:lumMod val="25000"/>
                </a:schemeClr>
              </a:solidFill>
              <a:effectLst/>
              <a:latin typeface="Courier New" panose="02070309020205020404" pitchFamily="49" charset="0"/>
            </a:endParaRPr>
          </a:p>
          <a:p>
            <a:r>
              <a:rPr lang="ru-RU" sz="1200" b="1" dirty="0">
                <a:solidFill>
                  <a:srgbClr val="D4D4D4"/>
                </a:solidFill>
                <a:latin typeface="Courier New" panose="02070309020205020404" pitchFamily="49" charset="0"/>
              </a:rPr>
              <a:t>	</a:t>
            </a:r>
            <a:r>
              <a:rPr lang="en" sz="1200" b="1" i="0" dirty="0">
                <a:solidFill>
                  <a:srgbClr val="F47067"/>
                </a:solidFill>
                <a:effectLst/>
                <a:latin typeface="Courier New" panose="02070309020205020404" pitchFamily="49" charset="0"/>
              </a:rPr>
              <a:t>return</a:t>
            </a:r>
            <a:r>
              <a:rPr lang="en" sz="1200" b="1" i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" sz="1200" b="1" i="0" dirty="0" err="1">
                <a:solidFill>
                  <a:schemeClr val="bg2">
                    <a:lumMod val="25000"/>
                  </a:schemeClr>
                </a:solidFill>
                <a:effectLst/>
                <a:latin typeface="Courier New" panose="02070309020205020404" pitchFamily="49" charset="0"/>
              </a:rPr>
              <a:t>foundProducts</a:t>
            </a:r>
            <a:r>
              <a:rPr lang="en" sz="1200" b="1" i="0" dirty="0">
                <a:solidFill>
                  <a:schemeClr val="bg2">
                    <a:lumMod val="25000"/>
                  </a:schemeClr>
                </a:solidFill>
                <a:effectLst/>
                <a:latin typeface="Courier New" panose="02070309020205020404" pitchFamily="49" charset="0"/>
              </a:rPr>
              <a:t> </a:t>
            </a:r>
            <a:endParaRPr lang="ru-RU" sz="1200" b="1" i="0" dirty="0">
              <a:solidFill>
                <a:schemeClr val="bg2">
                  <a:lumMod val="25000"/>
                </a:schemeClr>
              </a:solidFill>
              <a:effectLst/>
              <a:latin typeface="Courier New" panose="02070309020205020404" pitchFamily="49" charset="0"/>
            </a:endParaRPr>
          </a:p>
          <a:p>
            <a:r>
              <a:rPr lang="en" sz="1200" b="1" i="0" dirty="0">
                <a:solidFill>
                  <a:schemeClr val="bg2">
                    <a:lumMod val="25000"/>
                  </a:schemeClr>
                </a:solidFill>
                <a:effectLst/>
                <a:latin typeface="Courier New" panose="02070309020205020404" pitchFamily="49" charset="0"/>
              </a:rPr>
              <a:t>}</a:t>
            </a:r>
            <a:endParaRPr lang="ru-RU" sz="1200" b="1" dirty="0">
              <a:solidFill>
                <a:schemeClr val="bg2">
                  <a:lumMod val="25000"/>
                </a:schemeClr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FA9AC7C-2709-6965-D2AD-83CB97A0421B}"/>
              </a:ext>
            </a:extLst>
          </p:cNvPr>
          <p:cNvSpPr txBox="1"/>
          <p:nvPr/>
        </p:nvSpPr>
        <p:spPr>
          <a:xfrm>
            <a:off x="590598" y="1410355"/>
            <a:ext cx="8374283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1200" b="1" i="0" dirty="0">
                <a:solidFill>
                  <a:srgbClr val="768390"/>
                </a:solidFill>
                <a:effectLst/>
                <a:latin typeface="Courier New" panose="02070309020205020404" pitchFamily="49" charset="0"/>
              </a:rPr>
              <a:t>// </a:t>
            </a:r>
            <a:r>
              <a:rPr lang="en" sz="1200" b="1" i="0" dirty="0" err="1">
                <a:solidFill>
                  <a:srgbClr val="768390"/>
                </a:solidFill>
                <a:effectLst/>
                <a:latin typeface="Courier New" panose="02070309020205020404" pitchFamily="49" charset="0"/>
              </a:rPr>
              <a:t>AddToCart</a:t>
            </a:r>
            <a:r>
              <a:rPr lang="en" sz="1200" b="1" i="0" dirty="0">
                <a:solidFill>
                  <a:srgbClr val="768390"/>
                </a:solidFill>
                <a:effectLst/>
                <a:latin typeface="Courier New" panose="02070309020205020404" pitchFamily="49" charset="0"/>
              </a:rPr>
              <a:t> — </a:t>
            </a:r>
            <a:r>
              <a:rPr lang="ru-RU" sz="1200" b="1" i="0" dirty="0">
                <a:solidFill>
                  <a:srgbClr val="768390"/>
                </a:solidFill>
                <a:effectLst/>
                <a:latin typeface="Courier New" panose="02070309020205020404" pitchFamily="49" charset="0"/>
              </a:rPr>
              <a:t>основная функция для добавления товара в корзину.</a:t>
            </a:r>
            <a:r>
              <a:rPr lang="ru-RU" sz="1200" b="1" i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u-RU" sz="1200" b="1" i="0" dirty="0">
                <a:solidFill>
                  <a:srgbClr val="768390"/>
                </a:solidFill>
                <a:effectLst/>
                <a:latin typeface="Courier New" panose="02070309020205020404" pitchFamily="49" charset="0"/>
              </a:rPr>
              <a:t>// Она является идемпотентной: повторное добавление того же товара</a:t>
            </a:r>
            <a:r>
              <a:rPr lang="ru-RU" sz="1200" b="1" i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u-RU" sz="1200" b="1" i="0" dirty="0">
                <a:solidFill>
                  <a:srgbClr val="768390"/>
                </a:solidFill>
                <a:effectLst/>
                <a:latin typeface="Courier New" panose="02070309020205020404" pitchFamily="49" charset="0"/>
              </a:rPr>
              <a:t>// просто увеличивает его количество в корзине.</a:t>
            </a:r>
            <a:endParaRPr lang="ru-RU" sz="1200" b="1" i="0" dirty="0">
              <a:solidFill>
                <a:srgbClr val="F47067"/>
              </a:solidFill>
              <a:effectLst/>
              <a:latin typeface="Courier New" panose="02070309020205020404" pitchFamily="49" charset="0"/>
            </a:endParaRPr>
          </a:p>
          <a:p>
            <a:r>
              <a:rPr lang="en" sz="1200" b="1" i="0" dirty="0" err="1">
                <a:solidFill>
                  <a:srgbClr val="F47067"/>
                </a:solidFill>
                <a:effectLst/>
                <a:latin typeface="Courier New" panose="02070309020205020404" pitchFamily="49" charset="0"/>
              </a:rPr>
              <a:t>func</a:t>
            </a:r>
            <a:r>
              <a:rPr lang="en" sz="1200" b="1" i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" sz="1200" b="1" i="0" dirty="0" err="1">
                <a:solidFill>
                  <a:srgbClr val="DCBDFB"/>
                </a:solidFill>
                <a:effectLst/>
                <a:latin typeface="Courier New" panose="02070309020205020404" pitchFamily="49" charset="0"/>
              </a:rPr>
              <a:t>AddToCart</a:t>
            </a:r>
            <a:r>
              <a:rPr lang="en" sz="1200" b="1" i="0" dirty="0">
                <a:solidFill>
                  <a:schemeClr val="bg2">
                    <a:lumMod val="25000"/>
                  </a:schemeClr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" sz="1200" b="1" i="0" dirty="0" err="1">
                <a:solidFill>
                  <a:schemeClr val="bg2">
                    <a:lumMod val="25000"/>
                  </a:schemeClr>
                </a:solidFill>
                <a:effectLst/>
                <a:latin typeface="Courier New" panose="02070309020205020404" pitchFamily="49" charset="0"/>
              </a:rPr>
              <a:t>userID</a:t>
            </a:r>
            <a:r>
              <a:rPr lang="en" sz="1200" b="1" i="0" dirty="0">
                <a:solidFill>
                  <a:schemeClr val="bg2">
                    <a:lumMod val="25000"/>
                  </a:schemeClr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" sz="1200" b="1" i="0" dirty="0" err="1">
                <a:solidFill>
                  <a:schemeClr val="bg2">
                    <a:lumMod val="25000"/>
                  </a:schemeClr>
                </a:solidFill>
                <a:effectLst/>
                <a:latin typeface="Courier New" panose="02070309020205020404" pitchFamily="49" charset="0"/>
              </a:rPr>
              <a:t>productID</a:t>
            </a:r>
            <a:r>
              <a:rPr lang="en" sz="1200" b="1" i="0" dirty="0">
                <a:solidFill>
                  <a:schemeClr val="bg2">
                    <a:lumMod val="25000"/>
                  </a:schemeClr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" sz="1200" b="1" i="0" dirty="0">
                <a:solidFill>
                  <a:srgbClr val="F47067"/>
                </a:solidFill>
                <a:effectLst/>
                <a:latin typeface="Courier New" panose="02070309020205020404" pitchFamily="49" charset="0"/>
              </a:rPr>
              <a:t>string</a:t>
            </a:r>
            <a:r>
              <a:rPr lang="en" sz="1200" b="1" i="0" dirty="0">
                <a:solidFill>
                  <a:schemeClr val="bg2">
                    <a:lumMod val="25000"/>
                  </a:schemeClr>
                </a:solidFill>
                <a:effectLst/>
                <a:latin typeface="Courier New" panose="02070309020205020404" pitchFamily="49" charset="0"/>
              </a:rPr>
              <a:t>, quanti</a:t>
            </a:r>
            <a:r>
              <a:rPr lang="en" sz="1200" b="1" i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ty </a:t>
            </a:r>
            <a:r>
              <a:rPr lang="en" sz="1200" b="1" i="0" dirty="0">
                <a:solidFill>
                  <a:srgbClr val="F47067"/>
                </a:solidFill>
                <a:effectLst/>
                <a:latin typeface="Courier New" panose="02070309020205020404" pitchFamily="49" charset="0"/>
              </a:rPr>
              <a:t>int</a:t>
            </a:r>
            <a:r>
              <a:rPr lang="en" sz="1200" b="1" i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) </a:t>
            </a:r>
            <a:r>
              <a:rPr lang="en" sz="1200" b="1" i="0" dirty="0">
                <a:solidFill>
                  <a:srgbClr val="DCBDFB"/>
                </a:solidFill>
                <a:effectLst/>
                <a:latin typeface="Courier New" panose="02070309020205020404" pitchFamily="49" charset="0"/>
              </a:rPr>
              <a:t>error</a:t>
            </a:r>
            <a:r>
              <a:rPr lang="en" sz="1200" b="1" i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" sz="1200" b="1" i="0" dirty="0">
                <a:solidFill>
                  <a:schemeClr val="bg2">
                    <a:lumMod val="25000"/>
                  </a:schemeClr>
                </a:solidFill>
                <a:effectLst/>
                <a:latin typeface="Courier New" panose="02070309020205020404" pitchFamily="49" charset="0"/>
              </a:rPr>
              <a:t>{</a:t>
            </a:r>
            <a:r>
              <a:rPr lang="en" sz="1200" b="1" i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</a:t>
            </a:r>
            <a:endParaRPr lang="ru-RU" sz="1200" b="1" i="0" dirty="0">
              <a:solidFill>
                <a:srgbClr val="D4D4D4"/>
              </a:solidFill>
              <a:effectLst/>
              <a:latin typeface="Courier New" panose="02070309020205020404" pitchFamily="49" charset="0"/>
            </a:endParaRPr>
          </a:p>
          <a:p>
            <a:r>
              <a:rPr lang="ru-RU" sz="1200" b="1" dirty="0">
                <a:solidFill>
                  <a:srgbClr val="D4D4D4"/>
                </a:solidFill>
                <a:latin typeface="Courier New" panose="02070309020205020404" pitchFamily="49" charset="0"/>
              </a:rPr>
              <a:t>	</a:t>
            </a:r>
            <a:r>
              <a:rPr lang="en" sz="1200" b="1" i="0" dirty="0">
                <a:solidFill>
                  <a:srgbClr val="768390"/>
                </a:solidFill>
                <a:effectLst/>
                <a:latin typeface="Courier New" panose="02070309020205020404" pitchFamily="49" charset="0"/>
              </a:rPr>
              <a:t>// </a:t>
            </a:r>
            <a:r>
              <a:rPr lang="ru-RU" sz="1200" b="1" i="0" dirty="0">
                <a:solidFill>
                  <a:srgbClr val="768390"/>
                </a:solidFill>
                <a:effectLst/>
                <a:latin typeface="Courier New" panose="02070309020205020404" pitchFamily="49" charset="0"/>
              </a:rPr>
              <a:t>Шаг 1: Валидация входных данных</a:t>
            </a:r>
            <a:r>
              <a:rPr lang="ru-RU" sz="1200" b="1" i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</a:t>
            </a:r>
          </a:p>
          <a:p>
            <a:r>
              <a:rPr lang="ru-RU" sz="1200" b="1" dirty="0">
                <a:solidFill>
                  <a:srgbClr val="D4D4D4"/>
                </a:solidFill>
                <a:latin typeface="Courier New" panose="02070309020205020404" pitchFamily="49" charset="0"/>
              </a:rPr>
              <a:t>	</a:t>
            </a:r>
            <a:r>
              <a:rPr lang="en" sz="1200" b="1" i="0" dirty="0">
                <a:solidFill>
                  <a:srgbClr val="F47067"/>
                </a:solidFill>
                <a:effectLst/>
                <a:latin typeface="Courier New" panose="02070309020205020404" pitchFamily="49" charset="0"/>
              </a:rPr>
              <a:t>if</a:t>
            </a:r>
            <a:r>
              <a:rPr lang="en" sz="1200" b="1" i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" sz="1200" b="1" i="0" dirty="0">
                <a:solidFill>
                  <a:schemeClr val="bg2">
                    <a:lumMod val="25000"/>
                  </a:schemeClr>
                </a:solidFill>
                <a:effectLst/>
                <a:latin typeface="Courier New" panose="02070309020205020404" pitchFamily="49" charset="0"/>
              </a:rPr>
              <a:t>quantity &lt;= </a:t>
            </a:r>
            <a:r>
              <a:rPr lang="en" sz="1200" b="1" i="0" dirty="0">
                <a:solidFill>
                  <a:srgbClr val="6CB6FF"/>
                </a:solidFill>
                <a:effectLst/>
                <a:latin typeface="Courier New" panose="02070309020205020404" pitchFamily="49" charset="0"/>
              </a:rPr>
              <a:t>0</a:t>
            </a:r>
            <a:r>
              <a:rPr lang="en" sz="1200" b="1" i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" sz="1200" b="1" i="0" dirty="0">
                <a:solidFill>
                  <a:schemeClr val="bg2">
                    <a:lumMod val="25000"/>
                  </a:schemeClr>
                </a:solidFill>
                <a:effectLst/>
                <a:latin typeface="Courier New" panose="02070309020205020404" pitchFamily="49" charset="0"/>
              </a:rPr>
              <a:t>{ </a:t>
            </a:r>
            <a:endParaRPr lang="ru-RU" sz="1200" b="1" i="0" dirty="0">
              <a:solidFill>
                <a:schemeClr val="bg2">
                  <a:lumMod val="25000"/>
                </a:schemeClr>
              </a:solidFill>
              <a:effectLst/>
              <a:latin typeface="Courier New" panose="02070309020205020404" pitchFamily="49" charset="0"/>
            </a:endParaRPr>
          </a:p>
          <a:p>
            <a:r>
              <a:rPr lang="ru-RU" sz="1200" b="1" dirty="0">
                <a:solidFill>
                  <a:srgbClr val="D4D4D4"/>
                </a:solidFill>
                <a:latin typeface="Courier New" panose="02070309020205020404" pitchFamily="49" charset="0"/>
              </a:rPr>
              <a:t>		</a:t>
            </a:r>
            <a:r>
              <a:rPr lang="en" sz="1200" b="1" i="0" dirty="0">
                <a:solidFill>
                  <a:srgbClr val="F47067"/>
                </a:solidFill>
                <a:effectLst/>
                <a:latin typeface="Courier New" panose="02070309020205020404" pitchFamily="49" charset="0"/>
              </a:rPr>
              <a:t>return</a:t>
            </a:r>
            <a:r>
              <a:rPr lang="en" sz="1200" b="1" i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" sz="1200" b="1" i="0" dirty="0" err="1">
                <a:solidFill>
                  <a:schemeClr val="bg2">
                    <a:lumMod val="25000"/>
                  </a:schemeClr>
                </a:solidFill>
                <a:effectLst/>
                <a:latin typeface="Courier New" panose="02070309020205020404" pitchFamily="49" charset="0"/>
              </a:rPr>
              <a:t>errors.New</a:t>
            </a:r>
            <a:r>
              <a:rPr lang="en" sz="1200" b="1" i="0" dirty="0">
                <a:solidFill>
                  <a:schemeClr val="bg2">
                    <a:lumMod val="25000"/>
                  </a:schemeClr>
                </a:solidFill>
                <a:effectLst/>
                <a:latin typeface="Courier New" panose="02070309020205020404" pitchFamily="49" charset="0"/>
              </a:rPr>
              <a:t>("</a:t>
            </a:r>
            <a:r>
              <a:rPr lang="ru-RU" sz="1200" b="1" i="0" dirty="0">
                <a:solidFill>
                  <a:srgbClr val="96D0FF"/>
                </a:solidFill>
                <a:effectLst/>
                <a:latin typeface="Courier New" panose="02070309020205020404" pitchFamily="49" charset="0"/>
              </a:rPr>
              <a:t>количество должно быть положительным числом</a:t>
            </a:r>
            <a:r>
              <a:rPr lang="ru-RU" sz="1200" b="1" i="0" dirty="0">
                <a:solidFill>
                  <a:schemeClr val="bg2">
                    <a:lumMod val="25000"/>
                  </a:schemeClr>
                </a:solidFill>
                <a:effectLst/>
                <a:latin typeface="Courier New" panose="02070309020205020404" pitchFamily="49" charset="0"/>
              </a:rPr>
              <a:t>") </a:t>
            </a:r>
          </a:p>
          <a:p>
            <a:r>
              <a:rPr lang="ru-RU" sz="1200" b="1" dirty="0">
                <a:solidFill>
                  <a:srgbClr val="D4D4D4"/>
                </a:solidFill>
                <a:latin typeface="Courier New" panose="02070309020205020404" pitchFamily="49" charset="0"/>
              </a:rPr>
              <a:t>	</a:t>
            </a:r>
            <a:r>
              <a:rPr lang="ru-RU" sz="1200" b="1" i="0" dirty="0">
                <a:solidFill>
                  <a:schemeClr val="bg2">
                    <a:lumMod val="25000"/>
                  </a:schemeClr>
                </a:solidFill>
                <a:effectLst/>
                <a:latin typeface="Courier New" panose="02070309020205020404" pitchFamily="49" charset="0"/>
              </a:rPr>
              <a:t>}</a:t>
            </a:r>
            <a:endParaRPr lang="ru-RU" sz="1200" b="1" dirty="0">
              <a:solidFill>
                <a:schemeClr val="bg2">
                  <a:lumMod val="25000"/>
                </a:schemeClr>
              </a:solidFill>
              <a:latin typeface="Courier New" panose="02070309020205020404" pitchFamily="49" charset="0"/>
            </a:endParaRPr>
          </a:p>
          <a:p>
            <a:r>
              <a:rPr lang="ru-RU" sz="1200" b="1" i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	</a:t>
            </a:r>
            <a:r>
              <a:rPr lang="en" sz="1200" b="1" i="0" dirty="0">
                <a:solidFill>
                  <a:srgbClr val="F47067"/>
                </a:solidFill>
                <a:effectLst/>
                <a:latin typeface="Courier New" panose="02070309020205020404" pitchFamily="49" charset="0"/>
              </a:rPr>
              <a:t>if</a:t>
            </a:r>
            <a:r>
              <a:rPr lang="en" sz="1200" b="1" i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" sz="1200" b="1" i="0" dirty="0">
                <a:solidFill>
                  <a:schemeClr val="bg2">
                    <a:lumMod val="25000"/>
                  </a:schemeClr>
                </a:solidFill>
                <a:effectLst/>
                <a:latin typeface="Courier New" panose="02070309020205020404" pitchFamily="49" charset="0"/>
              </a:rPr>
              <a:t>!</a:t>
            </a:r>
            <a:r>
              <a:rPr lang="en" sz="1200" b="1" i="0" dirty="0" err="1">
                <a:solidFill>
                  <a:schemeClr val="bg2">
                    <a:lumMod val="25000"/>
                  </a:schemeClr>
                </a:solidFill>
                <a:effectLst/>
                <a:latin typeface="Courier New" panose="02070309020205020404" pitchFamily="49" charset="0"/>
              </a:rPr>
              <a:t>ProductExists</a:t>
            </a:r>
            <a:r>
              <a:rPr lang="en" sz="1200" b="1" i="0" dirty="0">
                <a:solidFill>
                  <a:schemeClr val="bg2">
                    <a:lumMod val="25000"/>
                  </a:schemeClr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" sz="1200" b="1" i="0" dirty="0" err="1">
                <a:solidFill>
                  <a:schemeClr val="bg2">
                    <a:lumMod val="25000"/>
                  </a:schemeClr>
                </a:solidFill>
                <a:effectLst/>
                <a:latin typeface="Courier New" panose="02070309020205020404" pitchFamily="49" charset="0"/>
              </a:rPr>
              <a:t>productID</a:t>
            </a:r>
            <a:r>
              <a:rPr lang="en" sz="1200" b="1" i="0" dirty="0">
                <a:solidFill>
                  <a:schemeClr val="bg2">
                    <a:lumMod val="25000"/>
                  </a:schemeClr>
                </a:solidFill>
                <a:effectLst/>
                <a:latin typeface="Courier New" panose="02070309020205020404" pitchFamily="49" charset="0"/>
              </a:rPr>
              <a:t>) { </a:t>
            </a:r>
          </a:p>
          <a:p>
            <a:r>
              <a:rPr lang="en" sz="1200" b="1" dirty="0">
                <a:solidFill>
                  <a:srgbClr val="D4D4D4"/>
                </a:solidFill>
                <a:latin typeface="Courier New" panose="02070309020205020404" pitchFamily="49" charset="0"/>
              </a:rPr>
              <a:t>		</a:t>
            </a:r>
            <a:r>
              <a:rPr lang="en" sz="1200" b="1" i="0" dirty="0">
                <a:solidFill>
                  <a:srgbClr val="F47067"/>
                </a:solidFill>
                <a:effectLst/>
                <a:latin typeface="Courier New" panose="02070309020205020404" pitchFamily="49" charset="0"/>
              </a:rPr>
              <a:t>return</a:t>
            </a:r>
            <a:r>
              <a:rPr lang="en" sz="1200" b="1" i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" sz="1200" b="1" i="0" dirty="0" err="1">
                <a:solidFill>
                  <a:schemeClr val="bg2">
                    <a:lumMod val="25000"/>
                  </a:schemeClr>
                </a:solidFill>
                <a:effectLst/>
                <a:latin typeface="Courier New" panose="02070309020205020404" pitchFamily="49" charset="0"/>
              </a:rPr>
              <a:t>fmt.Errorf</a:t>
            </a:r>
            <a:r>
              <a:rPr lang="en" sz="1200" b="1" i="0" dirty="0">
                <a:solidFill>
                  <a:schemeClr val="bg2">
                    <a:lumMod val="25000"/>
                  </a:schemeClr>
                </a:solidFill>
                <a:effectLst/>
                <a:latin typeface="Courier New" panose="02070309020205020404" pitchFamily="49" charset="0"/>
              </a:rPr>
              <a:t>("</a:t>
            </a:r>
            <a:r>
              <a:rPr lang="ru-RU" sz="1200" b="1" i="0" dirty="0">
                <a:solidFill>
                  <a:srgbClr val="96D0FF"/>
                </a:solidFill>
                <a:effectLst/>
                <a:latin typeface="Courier New" panose="02070309020205020404" pitchFamily="49" charset="0"/>
              </a:rPr>
              <a:t>товар с </a:t>
            </a:r>
            <a:r>
              <a:rPr lang="en" sz="1200" b="1" i="0" dirty="0">
                <a:solidFill>
                  <a:srgbClr val="96D0FF"/>
                </a:solidFill>
                <a:effectLst/>
                <a:latin typeface="Courier New" panose="02070309020205020404" pitchFamily="49" charset="0"/>
              </a:rPr>
              <a:t>ID '%s' </a:t>
            </a:r>
            <a:r>
              <a:rPr lang="ru-RU" sz="1200" b="1" i="0" dirty="0">
                <a:solidFill>
                  <a:srgbClr val="96D0FF"/>
                </a:solidFill>
                <a:effectLst/>
                <a:latin typeface="Courier New" panose="02070309020205020404" pitchFamily="49" charset="0"/>
              </a:rPr>
              <a:t>не найден</a:t>
            </a:r>
            <a:r>
              <a:rPr lang="ru-RU" sz="1200" b="1" i="0" dirty="0">
                <a:solidFill>
                  <a:schemeClr val="bg2">
                    <a:lumMod val="25000"/>
                  </a:schemeClr>
                </a:solidFill>
                <a:effectLst/>
                <a:latin typeface="Courier New" panose="02070309020205020404" pitchFamily="49" charset="0"/>
              </a:rPr>
              <a:t>", </a:t>
            </a:r>
            <a:r>
              <a:rPr lang="en" sz="1200" b="1" i="0" dirty="0" err="1">
                <a:solidFill>
                  <a:schemeClr val="bg2">
                    <a:lumMod val="25000"/>
                  </a:schemeClr>
                </a:solidFill>
                <a:effectLst/>
                <a:latin typeface="Courier New" panose="02070309020205020404" pitchFamily="49" charset="0"/>
              </a:rPr>
              <a:t>productID</a:t>
            </a:r>
            <a:r>
              <a:rPr lang="en" sz="1200" b="1" i="0" dirty="0">
                <a:solidFill>
                  <a:schemeClr val="bg2">
                    <a:lumMod val="25000"/>
                  </a:schemeClr>
                </a:solidFill>
                <a:effectLst/>
                <a:latin typeface="Courier New" panose="02070309020205020404" pitchFamily="49" charset="0"/>
              </a:rPr>
              <a:t>) </a:t>
            </a:r>
          </a:p>
          <a:p>
            <a:r>
              <a:rPr lang="en" sz="1200" b="1" dirty="0">
                <a:solidFill>
                  <a:srgbClr val="D4D4D4"/>
                </a:solidFill>
                <a:latin typeface="Courier New" panose="02070309020205020404" pitchFamily="49" charset="0"/>
              </a:rPr>
              <a:t>	</a:t>
            </a:r>
            <a:r>
              <a:rPr lang="en" sz="1200" b="1" i="0" dirty="0">
                <a:solidFill>
                  <a:schemeClr val="bg2">
                    <a:lumMod val="25000"/>
                  </a:schemeClr>
                </a:solidFill>
                <a:effectLst/>
                <a:latin typeface="Courier New" panose="02070309020205020404" pitchFamily="49" charset="0"/>
              </a:rPr>
              <a:t>}</a:t>
            </a:r>
            <a:endParaRPr lang="en-US" sz="1200" b="1" dirty="0">
              <a:solidFill>
                <a:schemeClr val="bg2">
                  <a:lumMod val="25000"/>
                </a:schemeClr>
              </a:solidFill>
              <a:latin typeface="Courier New" panose="02070309020205020404" pitchFamily="49" charset="0"/>
            </a:endParaRPr>
          </a:p>
          <a:p>
            <a:r>
              <a:rPr lang="en-US" sz="1200" b="1" i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	</a:t>
            </a:r>
            <a:r>
              <a:rPr lang="ru-RU" sz="1200" b="1" i="0" dirty="0">
                <a:solidFill>
                  <a:srgbClr val="768390"/>
                </a:solidFill>
                <a:effectLst/>
                <a:latin typeface="Courier New" panose="02070309020205020404" pitchFamily="49" charset="0"/>
              </a:rPr>
              <a:t>// Шаг 2: Получение или создание корзины для пользователя</a:t>
            </a:r>
            <a:r>
              <a:rPr lang="ru-RU" sz="1200" b="1" i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</a:t>
            </a:r>
            <a:endParaRPr lang="en-US" sz="1200" b="1" i="0" dirty="0">
              <a:solidFill>
                <a:srgbClr val="D4D4D4"/>
              </a:solidFill>
              <a:effectLst/>
              <a:latin typeface="Courier New" panose="02070309020205020404" pitchFamily="49" charset="0"/>
            </a:endParaRPr>
          </a:p>
          <a:p>
            <a:r>
              <a:rPr lang="en-US" sz="1200" b="1" dirty="0">
                <a:solidFill>
                  <a:srgbClr val="D4D4D4"/>
                </a:solidFill>
                <a:latin typeface="Courier New" panose="02070309020205020404" pitchFamily="49" charset="0"/>
              </a:rPr>
              <a:t>	</a:t>
            </a:r>
            <a:r>
              <a:rPr lang="en" sz="1200" b="1" i="0" dirty="0">
                <a:solidFill>
                  <a:schemeClr val="bg2">
                    <a:lumMod val="25000"/>
                  </a:schemeClr>
                </a:solidFill>
                <a:effectLst/>
                <a:latin typeface="Courier New" panose="02070309020205020404" pitchFamily="49" charset="0"/>
              </a:rPr>
              <a:t>cart, ok := </a:t>
            </a:r>
            <a:r>
              <a:rPr lang="en" sz="1200" b="1" i="0" dirty="0" err="1">
                <a:solidFill>
                  <a:schemeClr val="bg2">
                    <a:lumMod val="25000"/>
                  </a:schemeClr>
                </a:solidFill>
                <a:effectLst/>
                <a:latin typeface="Courier New" panose="02070309020205020404" pitchFamily="49" charset="0"/>
              </a:rPr>
              <a:t>userCarts</a:t>
            </a:r>
            <a:r>
              <a:rPr lang="en" sz="1200" b="1" i="0" dirty="0">
                <a:solidFill>
                  <a:schemeClr val="bg2">
                    <a:lumMod val="25000"/>
                  </a:schemeClr>
                </a:solidFill>
                <a:effectLst/>
                <a:latin typeface="Courier New" panose="02070309020205020404" pitchFamily="49" charset="0"/>
              </a:rPr>
              <a:t>[</a:t>
            </a:r>
            <a:r>
              <a:rPr lang="en" sz="1200" b="1" i="0" dirty="0" err="1">
                <a:solidFill>
                  <a:schemeClr val="bg2">
                    <a:lumMod val="25000"/>
                  </a:schemeClr>
                </a:solidFill>
                <a:effectLst/>
                <a:latin typeface="Courier New" panose="02070309020205020404" pitchFamily="49" charset="0"/>
              </a:rPr>
              <a:t>userID</a:t>
            </a:r>
            <a:r>
              <a:rPr lang="en" sz="1200" b="1" i="0" dirty="0">
                <a:solidFill>
                  <a:schemeClr val="bg2">
                    <a:lumMod val="25000"/>
                  </a:schemeClr>
                </a:solidFill>
                <a:effectLst/>
                <a:latin typeface="Courier New" panose="02070309020205020404" pitchFamily="49" charset="0"/>
              </a:rPr>
              <a:t>] </a:t>
            </a:r>
          </a:p>
          <a:p>
            <a:r>
              <a:rPr lang="en" sz="1200" b="1" dirty="0">
                <a:solidFill>
                  <a:srgbClr val="D4D4D4"/>
                </a:solidFill>
                <a:latin typeface="Courier New" panose="02070309020205020404" pitchFamily="49" charset="0"/>
              </a:rPr>
              <a:t>	</a:t>
            </a:r>
            <a:r>
              <a:rPr lang="en" sz="1200" b="1" i="0" dirty="0">
                <a:solidFill>
                  <a:srgbClr val="F47067"/>
                </a:solidFill>
                <a:effectLst/>
                <a:latin typeface="Courier New" panose="02070309020205020404" pitchFamily="49" charset="0"/>
              </a:rPr>
              <a:t>if</a:t>
            </a:r>
            <a:r>
              <a:rPr lang="en" sz="1200" b="1" i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" sz="1200" b="1" i="0" dirty="0">
                <a:solidFill>
                  <a:schemeClr val="bg2">
                    <a:lumMod val="25000"/>
                  </a:schemeClr>
                </a:solidFill>
                <a:effectLst/>
                <a:latin typeface="Courier New" panose="02070309020205020404" pitchFamily="49" charset="0"/>
              </a:rPr>
              <a:t>!ok { </a:t>
            </a:r>
            <a:endParaRPr lang="en-US" sz="1200" b="1" i="0" dirty="0">
              <a:solidFill>
                <a:srgbClr val="D4D4D4"/>
              </a:solidFill>
              <a:effectLst/>
              <a:latin typeface="Courier New" panose="02070309020205020404" pitchFamily="49" charset="0"/>
            </a:endParaRPr>
          </a:p>
          <a:p>
            <a:r>
              <a:rPr lang="en-US" sz="1200" b="1" dirty="0">
                <a:solidFill>
                  <a:srgbClr val="D4D4D4"/>
                </a:solidFill>
                <a:latin typeface="Courier New" panose="02070309020205020404" pitchFamily="49" charset="0"/>
              </a:rPr>
              <a:t>		</a:t>
            </a:r>
            <a:r>
              <a:rPr lang="en" sz="1200" b="1" i="0" dirty="0">
                <a:solidFill>
                  <a:schemeClr val="bg2">
                    <a:lumMod val="25000"/>
                  </a:schemeClr>
                </a:solidFill>
                <a:effectLst/>
                <a:latin typeface="Courier New" panose="02070309020205020404" pitchFamily="49" charset="0"/>
              </a:rPr>
              <a:t>cart = </a:t>
            </a:r>
            <a:r>
              <a:rPr lang="en" sz="1200" b="1" i="0" dirty="0">
                <a:solidFill>
                  <a:srgbClr val="F69D50"/>
                </a:solidFill>
                <a:effectLst/>
                <a:latin typeface="Courier New" panose="02070309020205020404" pitchFamily="49" charset="0"/>
              </a:rPr>
              <a:t>make</a:t>
            </a:r>
            <a:r>
              <a:rPr lang="en" sz="1200" b="1" i="0" dirty="0">
                <a:solidFill>
                  <a:schemeClr val="bg2">
                    <a:lumMod val="25000"/>
                  </a:schemeClr>
                </a:solidFill>
                <a:effectLst/>
                <a:latin typeface="Courier New" panose="02070309020205020404" pitchFamily="49" charset="0"/>
              </a:rPr>
              <a:t>(Cart) </a:t>
            </a:r>
            <a:r>
              <a:rPr lang="en" sz="1200" b="1" i="0" dirty="0" err="1">
                <a:solidFill>
                  <a:schemeClr val="bg2">
                    <a:lumMod val="25000"/>
                  </a:schemeClr>
                </a:solidFill>
                <a:effectLst/>
                <a:latin typeface="Courier New" panose="02070309020205020404" pitchFamily="49" charset="0"/>
              </a:rPr>
              <a:t>userCarts</a:t>
            </a:r>
            <a:r>
              <a:rPr lang="en" sz="1200" b="1" i="0" dirty="0">
                <a:solidFill>
                  <a:schemeClr val="bg2">
                    <a:lumMod val="25000"/>
                  </a:schemeClr>
                </a:solidFill>
                <a:effectLst/>
                <a:latin typeface="Courier New" panose="02070309020205020404" pitchFamily="49" charset="0"/>
              </a:rPr>
              <a:t>[</a:t>
            </a:r>
            <a:r>
              <a:rPr lang="en" sz="1200" b="1" i="0" dirty="0" err="1">
                <a:solidFill>
                  <a:schemeClr val="bg2">
                    <a:lumMod val="25000"/>
                  </a:schemeClr>
                </a:solidFill>
                <a:effectLst/>
                <a:latin typeface="Courier New" panose="02070309020205020404" pitchFamily="49" charset="0"/>
              </a:rPr>
              <a:t>userID</a:t>
            </a:r>
            <a:r>
              <a:rPr lang="en" sz="1200" b="1" i="0" dirty="0">
                <a:solidFill>
                  <a:schemeClr val="bg2">
                    <a:lumMod val="25000"/>
                  </a:schemeClr>
                </a:solidFill>
                <a:effectLst/>
                <a:latin typeface="Courier New" panose="02070309020205020404" pitchFamily="49" charset="0"/>
              </a:rPr>
              <a:t>] = cart </a:t>
            </a:r>
          </a:p>
          <a:p>
            <a:r>
              <a:rPr lang="en" sz="1200" b="1" dirty="0">
                <a:solidFill>
                  <a:srgbClr val="D4D4D4"/>
                </a:solidFill>
                <a:latin typeface="Courier New" panose="02070309020205020404" pitchFamily="49" charset="0"/>
              </a:rPr>
              <a:t>	</a:t>
            </a:r>
            <a:r>
              <a:rPr lang="en" sz="1200" b="1" i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} </a:t>
            </a:r>
          </a:p>
          <a:p>
            <a:r>
              <a:rPr lang="en" sz="1200" b="1" dirty="0">
                <a:solidFill>
                  <a:srgbClr val="D4D4D4"/>
                </a:solidFill>
                <a:latin typeface="Courier New" panose="02070309020205020404" pitchFamily="49" charset="0"/>
              </a:rPr>
              <a:t>	</a:t>
            </a:r>
            <a:r>
              <a:rPr lang="en" sz="1200" b="1" i="0" dirty="0">
                <a:solidFill>
                  <a:srgbClr val="768390"/>
                </a:solidFill>
                <a:effectLst/>
                <a:latin typeface="Courier New" panose="02070309020205020404" pitchFamily="49" charset="0"/>
              </a:rPr>
              <a:t>// </a:t>
            </a:r>
            <a:r>
              <a:rPr lang="ru-RU" sz="1200" b="1" i="0" dirty="0">
                <a:solidFill>
                  <a:srgbClr val="768390"/>
                </a:solidFill>
                <a:effectLst/>
                <a:latin typeface="Courier New" panose="02070309020205020404" pitchFamily="49" charset="0"/>
              </a:rPr>
              <a:t>Шаг 3: Добавление товара или обновление количества</a:t>
            </a:r>
            <a:r>
              <a:rPr lang="ru-RU" sz="1200" b="1" i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</a:t>
            </a:r>
            <a:endParaRPr lang="en-US" sz="1200" b="1" i="0" dirty="0">
              <a:solidFill>
                <a:srgbClr val="D4D4D4"/>
              </a:solidFill>
              <a:effectLst/>
              <a:latin typeface="Courier New" panose="02070309020205020404" pitchFamily="49" charset="0"/>
            </a:endParaRPr>
          </a:p>
          <a:p>
            <a:r>
              <a:rPr lang="en-US" sz="1200" b="1" dirty="0">
                <a:solidFill>
                  <a:srgbClr val="D4D4D4"/>
                </a:solidFill>
                <a:latin typeface="Courier New" panose="02070309020205020404" pitchFamily="49" charset="0"/>
              </a:rPr>
              <a:t>	</a:t>
            </a:r>
            <a:r>
              <a:rPr lang="en" sz="1200" b="1" i="0" dirty="0">
                <a:solidFill>
                  <a:srgbClr val="F47067"/>
                </a:solidFill>
                <a:effectLst/>
                <a:latin typeface="Courier New" panose="02070309020205020404" pitchFamily="49" charset="0"/>
              </a:rPr>
              <a:t>if</a:t>
            </a:r>
            <a:r>
              <a:rPr lang="en" sz="1200" b="1" i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" sz="1200" b="1" i="0" dirty="0">
                <a:solidFill>
                  <a:schemeClr val="bg2">
                    <a:lumMod val="25000"/>
                  </a:schemeClr>
                </a:solidFill>
                <a:effectLst/>
                <a:latin typeface="Courier New" panose="02070309020205020404" pitchFamily="49" charset="0"/>
              </a:rPr>
              <a:t>item, exists := cart[</a:t>
            </a:r>
            <a:r>
              <a:rPr lang="en" sz="1200" b="1" i="0" dirty="0" err="1">
                <a:solidFill>
                  <a:schemeClr val="bg2">
                    <a:lumMod val="25000"/>
                  </a:schemeClr>
                </a:solidFill>
                <a:effectLst/>
                <a:latin typeface="Courier New" panose="02070309020205020404" pitchFamily="49" charset="0"/>
              </a:rPr>
              <a:t>productID</a:t>
            </a:r>
            <a:r>
              <a:rPr lang="en" sz="1200" b="1" i="0" dirty="0">
                <a:solidFill>
                  <a:schemeClr val="bg2">
                    <a:lumMod val="25000"/>
                  </a:schemeClr>
                </a:solidFill>
                <a:effectLst/>
                <a:latin typeface="Courier New" panose="02070309020205020404" pitchFamily="49" charset="0"/>
              </a:rPr>
              <a:t>]; exists { </a:t>
            </a:r>
          </a:p>
          <a:p>
            <a:r>
              <a:rPr lang="en" sz="1200" b="1" dirty="0">
                <a:solidFill>
                  <a:srgbClr val="D4D4D4"/>
                </a:solidFill>
                <a:latin typeface="Courier New" panose="02070309020205020404" pitchFamily="49" charset="0"/>
              </a:rPr>
              <a:t>		</a:t>
            </a:r>
            <a:r>
              <a:rPr lang="en" sz="1200" b="1" i="0" dirty="0">
                <a:solidFill>
                  <a:srgbClr val="768390"/>
                </a:solidFill>
                <a:effectLst/>
                <a:latin typeface="Courier New" panose="02070309020205020404" pitchFamily="49" charset="0"/>
              </a:rPr>
              <a:t>// </a:t>
            </a:r>
            <a:r>
              <a:rPr lang="ru-RU" sz="1200" b="1" i="0" dirty="0">
                <a:solidFill>
                  <a:srgbClr val="768390"/>
                </a:solidFill>
                <a:effectLst/>
                <a:latin typeface="Courier New" panose="02070309020205020404" pitchFamily="49" charset="0"/>
              </a:rPr>
              <a:t>Если товар уже в корзине, просто увеличиваем его количество</a:t>
            </a:r>
            <a:r>
              <a:rPr lang="ru-RU" sz="1200" b="1" i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200" b="1" i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		</a:t>
            </a:r>
            <a:r>
              <a:rPr lang="en" sz="1200" b="1" i="0" dirty="0" err="1">
                <a:solidFill>
                  <a:schemeClr val="bg2">
                    <a:lumMod val="25000"/>
                  </a:schemeClr>
                </a:solidFill>
                <a:effectLst/>
                <a:latin typeface="Courier New" panose="02070309020205020404" pitchFamily="49" charset="0"/>
              </a:rPr>
              <a:t>item.Quantity</a:t>
            </a:r>
            <a:r>
              <a:rPr lang="en" sz="1200" b="1" i="0" dirty="0">
                <a:solidFill>
                  <a:schemeClr val="bg2">
                    <a:lumMod val="25000"/>
                  </a:schemeClr>
                </a:solidFill>
                <a:effectLst/>
                <a:latin typeface="Courier New" panose="02070309020205020404" pitchFamily="49" charset="0"/>
              </a:rPr>
              <a:t> += quantity </a:t>
            </a:r>
          </a:p>
          <a:p>
            <a:r>
              <a:rPr lang="en" sz="1200" b="1" dirty="0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</a:rPr>
              <a:t>		</a:t>
            </a:r>
            <a:r>
              <a:rPr lang="en" sz="1200" b="1" i="0" dirty="0">
                <a:solidFill>
                  <a:schemeClr val="bg2">
                    <a:lumMod val="25000"/>
                  </a:schemeClr>
                </a:solidFill>
                <a:effectLst/>
                <a:latin typeface="Courier New" panose="02070309020205020404" pitchFamily="49" charset="0"/>
              </a:rPr>
              <a:t>cart[</a:t>
            </a:r>
            <a:r>
              <a:rPr lang="en" sz="1200" b="1" i="0" dirty="0" err="1">
                <a:solidFill>
                  <a:schemeClr val="bg2">
                    <a:lumMod val="25000"/>
                  </a:schemeClr>
                </a:solidFill>
                <a:effectLst/>
                <a:latin typeface="Courier New" panose="02070309020205020404" pitchFamily="49" charset="0"/>
              </a:rPr>
              <a:t>productID</a:t>
            </a:r>
            <a:r>
              <a:rPr lang="en" sz="1200" b="1" i="0" dirty="0">
                <a:solidFill>
                  <a:schemeClr val="bg2">
                    <a:lumMod val="25000"/>
                  </a:schemeClr>
                </a:solidFill>
                <a:effectLst/>
                <a:latin typeface="Courier New" panose="02070309020205020404" pitchFamily="49" charset="0"/>
              </a:rPr>
              <a:t>] = item </a:t>
            </a:r>
          </a:p>
          <a:p>
            <a:r>
              <a:rPr lang="en" sz="1200" b="1" dirty="0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</a:rPr>
              <a:t>	</a:t>
            </a:r>
            <a:r>
              <a:rPr lang="ru-RU" sz="1200" b="1" i="0" dirty="0">
                <a:solidFill>
                  <a:schemeClr val="bg2">
                    <a:lumMod val="25000"/>
                  </a:schemeClr>
                </a:solidFill>
                <a:effectLst/>
                <a:latin typeface="Courier New" panose="02070309020205020404" pitchFamily="49" charset="0"/>
              </a:rPr>
              <a:t>}</a:t>
            </a:r>
            <a:r>
              <a:rPr lang="ru-RU" sz="1200" b="1" i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" sz="1200" b="1" i="0" dirty="0">
                <a:solidFill>
                  <a:srgbClr val="F47067"/>
                </a:solidFill>
                <a:effectLst/>
                <a:latin typeface="Courier New" panose="02070309020205020404" pitchFamily="49" charset="0"/>
              </a:rPr>
              <a:t>else</a:t>
            </a:r>
            <a:r>
              <a:rPr lang="en" sz="1200" b="1" i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" sz="1200" b="1" i="0" dirty="0">
                <a:solidFill>
                  <a:schemeClr val="bg2">
                    <a:lumMod val="25000"/>
                  </a:schemeClr>
                </a:solidFill>
                <a:effectLst/>
                <a:latin typeface="Courier New" panose="02070309020205020404" pitchFamily="49" charset="0"/>
              </a:rPr>
              <a:t>{ </a:t>
            </a:r>
          </a:p>
          <a:p>
            <a:r>
              <a:rPr lang="en" sz="1200" b="1" dirty="0">
                <a:solidFill>
                  <a:srgbClr val="D4D4D4"/>
                </a:solidFill>
                <a:latin typeface="Courier New" panose="02070309020205020404" pitchFamily="49" charset="0"/>
              </a:rPr>
              <a:t>		</a:t>
            </a:r>
            <a:r>
              <a:rPr lang="en" sz="1200" b="1" i="0" dirty="0">
                <a:solidFill>
                  <a:srgbClr val="768390"/>
                </a:solidFill>
                <a:effectLst/>
                <a:latin typeface="Courier New" panose="02070309020205020404" pitchFamily="49" charset="0"/>
              </a:rPr>
              <a:t>// </a:t>
            </a:r>
            <a:r>
              <a:rPr lang="ru-RU" sz="1200" b="1" i="0" dirty="0">
                <a:solidFill>
                  <a:srgbClr val="768390"/>
                </a:solidFill>
                <a:effectLst/>
                <a:latin typeface="Courier New" panose="02070309020205020404" pitchFamily="49" charset="0"/>
              </a:rPr>
              <a:t>Если товара нет, создаем новую запись</a:t>
            </a:r>
            <a:r>
              <a:rPr lang="ru-RU" sz="1200" b="1" i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</a:t>
            </a:r>
            <a:endParaRPr lang="en-US" sz="1200" b="1" i="0" dirty="0">
              <a:solidFill>
                <a:srgbClr val="D4D4D4"/>
              </a:solidFill>
              <a:effectLst/>
              <a:latin typeface="Courier New" panose="02070309020205020404" pitchFamily="49" charset="0"/>
            </a:endParaRPr>
          </a:p>
          <a:p>
            <a:r>
              <a:rPr lang="en-US" sz="1200" b="1" dirty="0">
                <a:solidFill>
                  <a:srgbClr val="D4D4D4"/>
                </a:solidFill>
                <a:latin typeface="Courier New" panose="02070309020205020404" pitchFamily="49" charset="0"/>
              </a:rPr>
              <a:t>		</a:t>
            </a:r>
            <a:r>
              <a:rPr lang="en" sz="1200" b="1" i="0" dirty="0">
                <a:solidFill>
                  <a:schemeClr val="bg2">
                    <a:lumMod val="25000"/>
                  </a:schemeClr>
                </a:solidFill>
                <a:effectLst/>
                <a:latin typeface="Courier New" panose="02070309020205020404" pitchFamily="49" charset="0"/>
              </a:rPr>
              <a:t>cart[</a:t>
            </a:r>
            <a:r>
              <a:rPr lang="en" sz="1200" b="1" i="0" dirty="0" err="1">
                <a:solidFill>
                  <a:schemeClr val="bg2">
                    <a:lumMod val="25000"/>
                  </a:schemeClr>
                </a:solidFill>
                <a:effectLst/>
                <a:latin typeface="Courier New" panose="02070309020205020404" pitchFamily="49" charset="0"/>
              </a:rPr>
              <a:t>productID</a:t>
            </a:r>
            <a:r>
              <a:rPr lang="en" sz="1200" b="1" i="0" dirty="0">
                <a:solidFill>
                  <a:schemeClr val="bg2">
                    <a:lumMod val="25000"/>
                  </a:schemeClr>
                </a:solidFill>
                <a:effectLst/>
                <a:latin typeface="Courier New" panose="02070309020205020404" pitchFamily="49" charset="0"/>
              </a:rPr>
              <a:t>] = </a:t>
            </a:r>
            <a:r>
              <a:rPr lang="en" sz="1200" b="1" i="0" dirty="0" err="1">
                <a:solidFill>
                  <a:schemeClr val="bg2">
                    <a:lumMod val="25000"/>
                  </a:schemeClr>
                </a:solidFill>
                <a:effectLst/>
                <a:latin typeface="Courier New" panose="02070309020205020404" pitchFamily="49" charset="0"/>
              </a:rPr>
              <a:t>CartItem</a:t>
            </a:r>
            <a:r>
              <a:rPr lang="en" sz="1200" b="1" i="0" dirty="0">
                <a:solidFill>
                  <a:schemeClr val="bg2">
                    <a:lumMod val="25000"/>
                  </a:schemeClr>
                </a:solidFill>
                <a:effectLst/>
                <a:latin typeface="Courier New" panose="02070309020205020404" pitchFamily="49" charset="0"/>
              </a:rPr>
              <a:t>{ </a:t>
            </a:r>
            <a:r>
              <a:rPr lang="en" sz="1200" b="1" i="0" dirty="0" err="1">
                <a:solidFill>
                  <a:schemeClr val="bg2">
                    <a:lumMod val="25000"/>
                  </a:schemeClr>
                </a:solidFill>
                <a:effectLst/>
                <a:latin typeface="Courier New" panose="02070309020205020404" pitchFamily="49" charset="0"/>
              </a:rPr>
              <a:t>ProductID</a:t>
            </a:r>
            <a:r>
              <a:rPr lang="en" sz="1200" b="1" i="0" dirty="0">
                <a:solidFill>
                  <a:schemeClr val="bg2">
                    <a:lumMod val="25000"/>
                  </a:schemeClr>
                </a:solidFill>
                <a:effectLst/>
                <a:latin typeface="Courier New" panose="02070309020205020404" pitchFamily="49" charset="0"/>
              </a:rPr>
              <a:t>: </a:t>
            </a:r>
            <a:r>
              <a:rPr lang="en" sz="1200" b="1" i="0" dirty="0" err="1">
                <a:solidFill>
                  <a:schemeClr val="bg2">
                    <a:lumMod val="25000"/>
                  </a:schemeClr>
                </a:solidFill>
                <a:effectLst/>
                <a:latin typeface="Courier New" panose="02070309020205020404" pitchFamily="49" charset="0"/>
              </a:rPr>
              <a:t>productID</a:t>
            </a:r>
            <a:r>
              <a:rPr lang="en" sz="1200" b="1" i="0" dirty="0">
                <a:solidFill>
                  <a:schemeClr val="bg2">
                    <a:lumMod val="25000"/>
                  </a:schemeClr>
                </a:solidFill>
                <a:effectLst/>
                <a:latin typeface="Courier New" panose="02070309020205020404" pitchFamily="49" charset="0"/>
              </a:rPr>
              <a:t>, Quantity: quantity} </a:t>
            </a:r>
          </a:p>
          <a:p>
            <a:r>
              <a:rPr lang="en" sz="1200" b="1" i="0" dirty="0">
                <a:solidFill>
                  <a:schemeClr val="bg2">
                    <a:lumMod val="25000"/>
                  </a:schemeClr>
                </a:solidFill>
                <a:effectLst/>
                <a:latin typeface="Courier New" panose="02070309020205020404" pitchFamily="49" charset="0"/>
              </a:rPr>
              <a:t>	} </a:t>
            </a:r>
          </a:p>
          <a:p>
            <a:r>
              <a:rPr lang="en" sz="1200" b="1" dirty="0">
                <a:solidFill>
                  <a:srgbClr val="D4D4D4"/>
                </a:solidFill>
                <a:latin typeface="Courier New" panose="02070309020205020404" pitchFamily="49" charset="0"/>
              </a:rPr>
              <a:t>	</a:t>
            </a:r>
            <a:r>
              <a:rPr lang="en" sz="1200" b="1" i="0" dirty="0">
                <a:solidFill>
                  <a:srgbClr val="F47067"/>
                </a:solidFill>
                <a:effectLst/>
                <a:latin typeface="Courier New" panose="02070309020205020404" pitchFamily="49" charset="0"/>
              </a:rPr>
              <a:t>return</a:t>
            </a:r>
            <a:r>
              <a:rPr lang="en" sz="1200" b="1" i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" sz="1200" b="1" i="0" dirty="0">
                <a:solidFill>
                  <a:srgbClr val="6CB6FF"/>
                </a:solidFill>
                <a:effectLst/>
                <a:latin typeface="Courier New" panose="02070309020205020404" pitchFamily="49" charset="0"/>
              </a:rPr>
              <a:t>nil</a:t>
            </a:r>
            <a:endParaRPr lang="en-US" sz="1200" b="1" i="0" dirty="0">
              <a:solidFill>
                <a:srgbClr val="D4D4D4"/>
              </a:solidFill>
              <a:effectLst/>
              <a:latin typeface="Courier New" panose="02070309020205020404" pitchFamily="49" charset="0"/>
            </a:endParaRPr>
          </a:p>
          <a:p>
            <a:r>
              <a:rPr lang="ru-RU" sz="1200" b="1" i="0" dirty="0">
                <a:solidFill>
                  <a:schemeClr val="bg2">
                    <a:lumMod val="25000"/>
                  </a:schemeClr>
                </a:solidFill>
                <a:effectLst/>
                <a:latin typeface="Courier New" panose="02070309020205020404" pitchFamily="49" charset="0"/>
              </a:rPr>
              <a:t>}</a:t>
            </a:r>
            <a:endParaRPr lang="ru-RU" sz="1200" b="1" dirty="0">
              <a:solidFill>
                <a:schemeClr val="bg2">
                  <a:lumMod val="25000"/>
                </a:schemeClr>
              </a:solidFill>
            </a:endParaRPr>
          </a:p>
        </p:txBody>
      </p:sp>
      <p:pic>
        <p:nvPicPr>
          <p:cNvPr id="4" name="Image 1" descr="preencoded.png">
            <a:extLst>
              <a:ext uri="{FF2B5EF4-FFF2-40B4-BE49-F238E27FC236}">
                <a16:creationId xmlns:a16="http://schemas.microsoft.com/office/drawing/2014/main" id="{B0AC76BD-0EB3-EFD4-C8CE-5858B569A1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62000"/>
            <a:ext cx="914400" cy="38100"/>
          </a:xfrm>
          <a:prstGeom prst="rect">
            <a:avLst/>
          </a:prstGeom>
        </p:spPr>
      </p:pic>
      <p:pic>
        <p:nvPicPr>
          <p:cNvPr id="5" name="Image 3" descr="preencoded.png">
            <a:extLst>
              <a:ext uri="{FF2B5EF4-FFF2-40B4-BE49-F238E27FC236}">
                <a16:creationId xmlns:a16="http://schemas.microsoft.com/office/drawing/2014/main" id="{069D1BDF-526F-F685-F145-E648109B2D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162050"/>
            <a:ext cx="152400" cy="152400"/>
          </a:xfrm>
          <a:prstGeom prst="rect">
            <a:avLst/>
          </a:prstGeom>
        </p:spPr>
      </p:pic>
      <p:sp>
        <p:nvSpPr>
          <p:cNvPr id="6" name="Text 0">
            <a:extLst>
              <a:ext uri="{FF2B5EF4-FFF2-40B4-BE49-F238E27FC236}">
                <a16:creationId xmlns:a16="http://schemas.microsoft.com/office/drawing/2014/main" id="{D70AF0F0-A05A-5E67-D069-5576E9F137F4}"/>
              </a:ext>
            </a:extLst>
          </p:cNvPr>
          <p:cNvSpPr/>
          <p:nvPr/>
        </p:nvSpPr>
        <p:spPr>
          <a:xfrm>
            <a:off x="457200" y="304800"/>
            <a:ext cx="521439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3000"/>
              </a:lnSpc>
              <a:buNone/>
            </a:pPr>
            <a:r>
              <a:rPr lang="en-US" sz="2426" b="1" dirty="0" err="1">
                <a:solidFill>
                  <a:srgbClr val="0A2A4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Формализованное</a:t>
            </a:r>
            <a:r>
              <a:rPr lang="en-US" sz="2426" b="1" dirty="0">
                <a:solidFill>
                  <a:srgbClr val="0A2A4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2426" b="1" dirty="0" err="1">
                <a:solidFill>
                  <a:srgbClr val="0A2A4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описание</a:t>
            </a:r>
            <a:endParaRPr lang="en-US" sz="2426" dirty="0"/>
          </a:p>
        </p:txBody>
      </p:sp>
      <p:sp>
        <p:nvSpPr>
          <p:cNvPr id="7" name="Text 1">
            <a:extLst>
              <a:ext uri="{FF2B5EF4-FFF2-40B4-BE49-F238E27FC236}">
                <a16:creationId xmlns:a16="http://schemas.microsoft.com/office/drawing/2014/main" id="{760D1443-A883-A120-BD6C-7F8DFFA841E9}"/>
              </a:ext>
            </a:extLst>
          </p:cNvPr>
          <p:cNvSpPr/>
          <p:nvPr/>
        </p:nvSpPr>
        <p:spPr>
          <a:xfrm>
            <a:off x="838200" y="1104900"/>
            <a:ext cx="3939540" cy="2441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2100"/>
              </a:lnSpc>
              <a:buNone/>
            </a:pPr>
            <a:r>
              <a:rPr lang="en-US" sz="1260" b="1" dirty="0" err="1">
                <a:solidFill>
                  <a:srgbClr val="0A2A4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Шаг</a:t>
            </a:r>
            <a:r>
              <a:rPr lang="en-US" sz="1260" b="1" dirty="0">
                <a:solidFill>
                  <a:srgbClr val="0A2A4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ru-RU" sz="1260" b="1" dirty="0">
                <a:solidFill>
                  <a:srgbClr val="0A2A4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r>
              <a:rPr lang="en-US" sz="1260" b="1" dirty="0">
                <a:solidFill>
                  <a:srgbClr val="0A2A4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:</a:t>
            </a:r>
            <a:r>
              <a:rPr lang="ru-RU" sz="1260" b="1" dirty="0">
                <a:solidFill>
                  <a:srgbClr val="0A2A4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Добавление в корзину</a:t>
            </a:r>
            <a:endParaRPr lang="en-US" sz="1260" dirty="0"/>
          </a:p>
        </p:txBody>
      </p:sp>
    </p:spTree>
    <p:extLst>
      <p:ext uri="{BB962C8B-B14F-4D97-AF65-F5344CB8AC3E}">
        <p14:creationId xmlns:p14="http://schemas.microsoft.com/office/powerpoint/2010/main" val="30308327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762000"/>
            <a:ext cx="914400" cy="381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1562100"/>
            <a:ext cx="304800" cy="3048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0063" y="1581150"/>
            <a:ext cx="219075" cy="2667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2514600"/>
            <a:ext cx="304800" cy="3048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4350" y="2533650"/>
            <a:ext cx="190500" cy="2667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3467100"/>
            <a:ext cx="304800" cy="3048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0063" y="3486150"/>
            <a:ext cx="219075" cy="2667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4419600"/>
            <a:ext cx="304800" cy="3048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0538" y="4438650"/>
            <a:ext cx="238125" cy="2667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7200" y="5372100"/>
            <a:ext cx="304800" cy="3048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38163" y="5391150"/>
            <a:ext cx="142875" cy="266700"/>
          </a:xfrm>
          <a:prstGeom prst="rect">
            <a:avLst/>
          </a:prstGeom>
        </p:spPr>
      </p:pic>
      <p:sp>
        <p:nvSpPr>
          <p:cNvPr id="18" name="Text 0"/>
          <p:cNvSpPr/>
          <p:nvPr/>
        </p:nvSpPr>
        <p:spPr>
          <a:xfrm>
            <a:off x="457200" y="304800"/>
            <a:ext cx="1240536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3000"/>
              </a:lnSpc>
              <a:buNone/>
            </a:pPr>
            <a:r>
              <a:rPr lang="en-US" sz="2426" b="1" dirty="0">
                <a:solidFill>
                  <a:srgbClr val="0A2A4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Заключение</a:t>
            </a:r>
            <a:endParaRPr lang="en-US" sz="2426" dirty="0"/>
          </a:p>
        </p:txBody>
      </p:sp>
      <p:sp>
        <p:nvSpPr>
          <p:cNvPr id="19" name="Text 1"/>
          <p:cNvSpPr/>
          <p:nvPr/>
        </p:nvSpPr>
        <p:spPr>
          <a:xfrm>
            <a:off x="457200" y="1028700"/>
            <a:ext cx="1240536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2100"/>
              </a:lnSpc>
              <a:buNone/>
            </a:pPr>
            <a:r>
              <a:rPr lang="en-US" sz="1260" dirty="0">
                <a:solidFill>
                  <a:srgbClr val="2F2F2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Проведен системный анализ сложной системы "Маркетплейс с подсистемой персонализированных рекомендаций".</a:t>
            </a:r>
            <a:endParaRPr lang="en-US" sz="1260" dirty="0"/>
          </a:p>
        </p:txBody>
      </p:sp>
      <p:sp>
        <p:nvSpPr>
          <p:cNvPr id="20" name="Text 2"/>
          <p:cNvSpPr/>
          <p:nvPr/>
        </p:nvSpPr>
        <p:spPr>
          <a:xfrm>
            <a:off x="914400" y="1524000"/>
            <a:ext cx="660491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2100"/>
              </a:lnSpc>
              <a:buNone/>
            </a:pPr>
            <a:r>
              <a:rPr lang="en-US" sz="1260" b="1" dirty="0">
                <a:solidFill>
                  <a:srgbClr val="0A2A4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Выделение ключевых подсистем</a:t>
            </a:r>
            <a:endParaRPr lang="en-US" sz="1260" dirty="0"/>
          </a:p>
        </p:txBody>
      </p:sp>
      <p:sp>
        <p:nvSpPr>
          <p:cNvPr id="21" name="Text 3"/>
          <p:cNvSpPr/>
          <p:nvPr/>
        </p:nvSpPr>
        <p:spPr>
          <a:xfrm>
            <a:off x="914400" y="1828800"/>
            <a:ext cx="600447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800"/>
              </a:lnSpc>
              <a:buNone/>
            </a:pPr>
            <a:r>
              <a:rPr lang="en-US" sz="1120" dirty="0">
                <a:solidFill>
                  <a:srgbClr val="2F2F2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Выделены ключевые подсистемы: управление пользователями, каталог товаров, рекомендательная система, транзакции и монетизация.</a:t>
            </a:r>
            <a:endParaRPr lang="en-US" sz="1120" dirty="0"/>
          </a:p>
        </p:txBody>
      </p:sp>
      <p:sp>
        <p:nvSpPr>
          <p:cNvPr id="22" name="Text 4"/>
          <p:cNvSpPr/>
          <p:nvPr/>
        </p:nvSpPr>
        <p:spPr>
          <a:xfrm>
            <a:off x="914400" y="2476500"/>
            <a:ext cx="660491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2100"/>
              </a:lnSpc>
              <a:buNone/>
            </a:pPr>
            <a:r>
              <a:rPr lang="en-US" sz="1260" b="1" dirty="0">
                <a:solidFill>
                  <a:srgbClr val="0A2A4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Определение целей и переменных</a:t>
            </a:r>
            <a:endParaRPr lang="en-US" sz="1260" dirty="0"/>
          </a:p>
        </p:txBody>
      </p:sp>
      <p:sp>
        <p:nvSpPr>
          <p:cNvPr id="23" name="Text 5"/>
          <p:cNvSpPr/>
          <p:nvPr/>
        </p:nvSpPr>
        <p:spPr>
          <a:xfrm>
            <a:off x="914400" y="2781300"/>
            <a:ext cx="600447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800"/>
              </a:lnSpc>
              <a:buNone/>
            </a:pPr>
            <a:r>
              <a:rPr lang="en-US" sz="1120" dirty="0">
                <a:solidFill>
                  <a:srgbClr val="2F2F2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Определены цели системы и специфицированы входные, выходные и внутренние переменные, characterизующие её функционирование.</a:t>
            </a:r>
            <a:endParaRPr lang="en-US" sz="1120" dirty="0"/>
          </a:p>
        </p:txBody>
      </p:sp>
      <p:sp>
        <p:nvSpPr>
          <p:cNvPr id="24" name="Text 6"/>
          <p:cNvSpPr/>
          <p:nvPr/>
        </p:nvSpPr>
        <p:spPr>
          <a:xfrm>
            <a:off x="914400" y="3429000"/>
            <a:ext cx="660491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2100"/>
              </a:lnSpc>
              <a:buNone/>
            </a:pPr>
            <a:r>
              <a:rPr lang="en-US" sz="1260" b="1" dirty="0">
                <a:solidFill>
                  <a:srgbClr val="0A2A4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Определение влияющих факторов</a:t>
            </a:r>
            <a:endParaRPr lang="en-US" sz="1260" dirty="0"/>
          </a:p>
        </p:txBody>
      </p:sp>
      <p:sp>
        <p:nvSpPr>
          <p:cNvPr id="25" name="Text 7"/>
          <p:cNvSpPr/>
          <p:nvPr/>
        </p:nvSpPr>
        <p:spPr>
          <a:xfrm>
            <a:off x="914400" y="3733800"/>
            <a:ext cx="600447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800"/>
              </a:lnSpc>
              <a:buNone/>
            </a:pPr>
            <a:r>
              <a:rPr lang="en-US" sz="1120" dirty="0">
                <a:solidFill>
                  <a:srgbClr val="2F2F2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Определены и ранжированы факторы, влияющие на целевой показатель — конверсию в покупку, с учетом их степени влияния.</a:t>
            </a:r>
            <a:endParaRPr lang="en-US" sz="1120" dirty="0"/>
          </a:p>
        </p:txBody>
      </p:sp>
      <p:sp>
        <p:nvSpPr>
          <p:cNvPr id="26" name="Text 8"/>
          <p:cNvSpPr/>
          <p:nvPr/>
        </p:nvSpPr>
        <p:spPr>
          <a:xfrm>
            <a:off x="914400" y="4381500"/>
            <a:ext cx="660491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2100"/>
              </a:lnSpc>
              <a:buNone/>
            </a:pPr>
            <a:r>
              <a:rPr lang="en-US" sz="1260" b="1" dirty="0">
                <a:solidFill>
                  <a:srgbClr val="0A2A4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Формализованная модель</a:t>
            </a:r>
            <a:endParaRPr lang="en-US" sz="1260" dirty="0"/>
          </a:p>
        </p:txBody>
      </p:sp>
      <p:sp>
        <p:nvSpPr>
          <p:cNvPr id="27" name="Text 9"/>
          <p:cNvSpPr/>
          <p:nvPr/>
        </p:nvSpPr>
        <p:spPr>
          <a:xfrm>
            <a:off x="914400" y="4686300"/>
            <a:ext cx="600447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800"/>
              </a:lnSpc>
              <a:buNone/>
            </a:pPr>
            <a:r>
              <a:rPr lang="en-US" sz="1120" dirty="0">
                <a:solidFill>
                  <a:srgbClr val="2F2F2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Представлена формализованная модель рекомендательной системы и структурная схема, описывающие архитектуру и функционирование системы.</a:t>
            </a:r>
            <a:endParaRPr lang="en-US" sz="1120" dirty="0"/>
          </a:p>
        </p:txBody>
      </p:sp>
      <p:sp>
        <p:nvSpPr>
          <p:cNvPr id="28" name="Text 10"/>
          <p:cNvSpPr/>
          <p:nvPr/>
        </p:nvSpPr>
        <p:spPr>
          <a:xfrm>
            <a:off x="914400" y="5334000"/>
            <a:ext cx="660491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2100"/>
              </a:lnSpc>
              <a:buNone/>
            </a:pPr>
            <a:r>
              <a:rPr lang="en-US" sz="1260" b="1" dirty="0">
                <a:solidFill>
                  <a:srgbClr val="0A2A4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Применение методов системного анализа</a:t>
            </a:r>
            <a:endParaRPr lang="en-US" sz="1260" dirty="0"/>
          </a:p>
        </p:txBody>
      </p:sp>
      <p:sp>
        <p:nvSpPr>
          <p:cNvPr id="29" name="Text 11"/>
          <p:cNvSpPr/>
          <p:nvPr/>
        </p:nvSpPr>
        <p:spPr>
          <a:xfrm>
            <a:off x="914400" y="5638800"/>
            <a:ext cx="600447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800"/>
              </a:lnSpc>
              <a:buNone/>
            </a:pPr>
            <a:r>
              <a:rPr lang="en-US" sz="1120" dirty="0">
                <a:solidFill>
                  <a:srgbClr val="2F2F2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Работа демонстрирует эффективное применение методов системного анализа для проектирования, понимания и оптимизации сложных информационных систем.</a:t>
            </a:r>
            <a:endParaRPr lang="en-US" sz="11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976</TotalTime>
  <Words>1897</Words>
  <Application>Microsoft Macintosh PowerPoint</Application>
  <PresentationFormat>Широкоэкранный</PresentationFormat>
  <Paragraphs>260</Paragraphs>
  <Slides>16</Slides>
  <Notes>15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16</vt:i4>
      </vt:variant>
    </vt:vector>
  </HeadingPairs>
  <TitlesOfParts>
    <vt:vector size="23" baseType="lpstr">
      <vt:lpstr>Arial</vt:lpstr>
      <vt:lpstr>Calibri</vt:lpstr>
      <vt:lpstr>Courier New</vt:lpstr>
      <vt:lpstr>Lato</vt:lpstr>
      <vt:lpstr>Montserrat</vt:lpstr>
      <vt:lpstr>ui-monospace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Кошенков Дмитрий Олегович</cp:lastModifiedBy>
  <cp:revision>12</cp:revision>
  <dcterms:created xsi:type="dcterms:W3CDTF">2025-09-23T22:21:05Z</dcterms:created>
  <dcterms:modified xsi:type="dcterms:W3CDTF">2025-10-08T09:23:58Z</dcterms:modified>
</cp:coreProperties>
</file>